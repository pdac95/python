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86AB"/>
                </a:solidFill>
              </a:defRPr>
            </a:pPr>
            <a:r>
              <a:t>Clase 8: Estructuras de Datos</a:t>
            </a:r>
          </a:p>
          <a:p>
            <a:pPr algn="ctr">
              <a:defRPr sz="2400">
                <a:solidFill>
                  <a:srgbClr val="333333"/>
                </a:solidFill>
              </a:defRPr>
            </a:pPr>
            <a:r>
              <a:t>Listas, Tuplas, Diccionarios y 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Objetivos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Conocer las 4 estructuras de datos principales de Python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Entender las diferencias entre cada una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Saber cuando usar Lista, Tupla, Diccionario o Set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Practicar operaciones basicas con cada estructura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Combinar estructuras en un programa completo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822960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7955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Las 4 estructuras:</a:t>
            </a:r>
            <a:br/>
            <a:r>
              <a:t>lista = [1, 2, 3]        # Lista - corchetes</a:t>
            </a:r>
            <a:br/>
            <a:r>
              <a:t>tupla = (1, 2, 3)        # Tupla - parentesis</a:t>
            </a:r>
            <a:br/>
            <a:r>
              <a:t>diccionario = {"a": 1}   # Diccionario - llaves con key:value</a:t>
            </a:r>
            <a:br/>
            <a:r>
              <a:t>conjunto = {1, 2, 3}     # Set - llaves sin key:value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Las 4 Estructuras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1645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321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ESTRUCTURA      SINTAXIS              ORDENADA   MODIFICABLE   DUPLICADOS</a:t>
            </a:r>
            <a:br/>
            <a:r>
              <a:t>---------------------------------------------------------------------------</a:t>
            </a:r>
            <a:br/>
            <a:r>
              <a:t>Lista           [1, 2, 3]             Si         Si            Si</a:t>
            </a:r>
            <a:br/>
            <a:r>
              <a:t>Tupla           (1, 2, 3)             Si         NO            Si</a:t>
            </a:r>
            <a:br/>
            <a:r>
              <a:t>Diccionario     {"key": "value"}      Si*        Si            Keys: NO</a:t>
            </a:r>
            <a:br/>
            <a:r>
              <a:t>Set             {1, 2, 3}             NO         Si            NO</a:t>
            </a:r>
            <a:br/>
            <a:br/>
            <a:r>
              <a:t>* Diccionarios mantienen orden de insercion desde Python 3.7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834640"/>
            <a:ext cx="85953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9260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Memoriza: [] lista, () tupla, {} diccionario/set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47472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Cada estructura tiene un proposito diferente. Elegir la correcta hace tu codigo mas eficiente y claro.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LISTAS [ ] - Coleccion Ordenada y Modificable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Una lista es la estructura mas versatil de Python.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Ordenada: Los elementos tienen posicion (indice)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Modificable (mutable): Puedes agregar, eliminar, cambiar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Permite duplicados: [1, 1, 2, 2, 3] es valido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Heterogenea: Puede mezclar tipos [1, 'texto', True]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1031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Crear lista</a:t>
            </a:r>
            <a:br/>
            <a:r>
              <a:t>colores = ["rojo", "verde", "azul"]</a:t>
            </a:r>
            <a:br/>
            <a:br/>
            <a:r>
              <a:t># Acceder por indice</a:t>
            </a:r>
            <a:br/>
            <a:r>
              <a:t>print(colores[0])    # "rojo"</a:t>
            </a:r>
            <a:br/>
            <a:r>
              <a:t>print(colores[-1])   # "azul"</a:t>
            </a:r>
            <a:br/>
            <a:br/>
            <a:r>
              <a:t># Modificar</a:t>
            </a:r>
            <a:br/>
            <a:r>
              <a:t>colores[1] = "amarillo"</a:t>
            </a:r>
            <a:br/>
            <a:r>
              <a:t>print(colores)  # ["rojo", "amarillo", "azul"]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85953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2918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Usa listas cuando necesites una coleccion que pueda cambiar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LISTAS - Metodos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25603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321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frutas = ["manzana", "naranja"]</a:t>
            </a:r>
            <a:br/>
            <a:br/>
            <a:r>
              <a:t># AGREGAR</a:t>
            </a:r>
            <a:br/>
            <a:r>
              <a:t>frutas.append("platano")        # Al final: ["manzana", "naranja", "platano"]</a:t>
            </a:r>
            <a:br/>
            <a:r>
              <a:t>frutas.insert(1, "fresa")       # En posicion 1: ["manzana", "fresa", "naranja", "platano"]</a:t>
            </a:r>
            <a:br/>
            <a:br/>
            <a:r>
              <a:t># ELIMINAR</a:t>
            </a:r>
            <a:br/>
            <a:r>
              <a:t>frutas.remove("fresa")          # Por valor: ["manzana", "naranja", "platano"]</a:t>
            </a:r>
            <a:br/>
            <a:r>
              <a:t>ultimo = frutas.pop()           # Elimina y retorna ultimo: "platano"</a:t>
            </a:r>
            <a:br/>
            <a:r>
              <a:t>frutas.pop(0)                   # Elimina indice 0</a:t>
            </a:r>
            <a:br/>
            <a:br/>
            <a:r>
              <a:t># OTROS</a:t>
            </a:r>
            <a:br/>
            <a:r>
              <a:t>numeros = [3, 1, 4, 1, 5]</a:t>
            </a:r>
            <a:br/>
            <a:r>
              <a:t>numeros.sort()                  # Ordena: [1, 1, 3, 4, 5]</a:t>
            </a:r>
            <a:br/>
            <a:r>
              <a:t>print(len(numeros))             # Longitud: 5</a:t>
            </a:r>
            <a:br/>
            <a:r>
              <a:t>print(numeros.count(1))         # Cuenta apariciones: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749039"/>
            <a:ext cx="8595360" cy="50292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840479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ERROR: remove() da error si el elemento no existe. Usa 'if x in lista:' antes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Ejercicio 1: Listas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Practica con listas: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Crea una lista con 5 colores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Agrega un color al final con append()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Inserta un color en la posicion 2 con insert()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Elimina un color con remove()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5. Muestra la lista final y su longitud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Solucion:</a:t>
            </a:r>
            <a:br/>
            <a:r>
              <a:t>colores = ["rojo", "verde", "azul", "amarillo", "negro"]</a:t>
            </a:r>
            <a:br/>
            <a:r>
              <a:t>colores.append("blanco")</a:t>
            </a:r>
            <a:br/>
            <a:r>
              <a:t>colores.insert(2, "naranja")</a:t>
            </a:r>
            <a:br/>
            <a:r>
              <a:t>colores.remove("negro")</a:t>
            </a:r>
            <a:br/>
            <a:r>
              <a:t>print(colores)</a:t>
            </a:r>
            <a:br/>
            <a:r>
              <a:t>print(f"Total: {len(colores)} colores")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TUPLAS ( ) - Coleccion Ordenada e INMUTABLE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Una tupla es como una lista, pero NO se puede modificar.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Ordenada: Tiene indices como las listas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INMUTABLE: No puedes agregar, eliminar ni cambiar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Permite duplicados: (1, 1, 2, 2) es valido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Mas rapida que lista y usa menos memoria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Puede ser key de diccionario (lista no puede)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Crear tupla</a:t>
            </a:r>
            <a:br/>
            <a:r>
              <a:t>coordenadas = (10, 20)</a:t>
            </a:r>
            <a:br/>
            <a:r>
              <a:t>punto = (3.5, 7.2, 1.0)</a:t>
            </a:r>
            <a:br/>
            <a:r>
              <a:t>persona = ("Ana", 25, "Madrid")</a:t>
            </a:r>
            <a:br/>
            <a:br/>
            <a:r>
              <a:t># Acceder (igual que lista)</a:t>
            </a:r>
            <a:br/>
            <a:r>
              <a:t>print(coordenadas[0])  # 10</a:t>
            </a:r>
            <a:br/>
            <a:r>
              <a:t>print(persona[-1])     # "Madrid"</a:t>
            </a:r>
            <a:br/>
            <a:br/>
            <a:r>
              <a:t># ESTO DA ERROR:</a:t>
            </a:r>
            <a:br/>
            <a:r>
              <a:t># coordenadas[0] = 99  # TypeError!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859536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29184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Usa tuplas para datos que NO deben cambiar: coordenadas, fechas, configuraciones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TUPLAS - Unpacking y Metodos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02920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UNPACKING - Desempaquetar valores</a:t>
            </a:r>
            <a:br/>
            <a:r>
              <a:t>punto = (100, 200, 50)</a:t>
            </a:r>
            <a:br/>
            <a:r>
              <a:t>x, y, z = punto          # x=100, y=200, z=50</a:t>
            </a:r>
            <a:br/>
            <a:br/>
            <a:r>
              <a:t># Muy util en funciones que retornan multiples valores</a:t>
            </a:r>
            <a:br/>
            <a:r>
              <a:t>def dividir(a, b):</a:t>
            </a:r>
            <a:br/>
            <a:r>
              <a:t>    cociente = a // b</a:t>
            </a:r>
            <a:br/>
            <a:r>
              <a:t>    residuo = a % b</a:t>
            </a:r>
            <a:br/>
            <a:r>
              <a:t>    return (cociente, residuo)</a:t>
            </a:r>
            <a:br/>
            <a:br/>
            <a:r>
              <a:t>resultado = dividir(17, 5)</a:t>
            </a:r>
            <a:br/>
            <a:r>
              <a:t>print(resultado)          # (3, 2)</a:t>
            </a:r>
            <a:br/>
            <a:r>
              <a:t>c, r = dividir(17, 5)     # c=3, r=2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005840"/>
            <a:ext cx="347472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09728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METODOS (solo 2)</a:t>
            </a:r>
            <a:br/>
            <a:r>
              <a:t>nums = (1, 2, 2, 3, 2)</a:t>
            </a:r>
            <a:br/>
            <a:br/>
            <a:r>
              <a:t># count() - contar</a:t>
            </a:r>
            <a:br/>
            <a:r>
              <a:t>print(nums.count(2))  # 3</a:t>
            </a:r>
            <a:br/>
            <a:br/>
            <a:r>
              <a:t># index() - posicion</a:t>
            </a:r>
            <a:br/>
            <a:r>
              <a:t>print(nums.index(3))  # 3</a:t>
            </a:r>
            <a:br/>
            <a:br/>
            <a:r>
              <a:t># Convertir lista a tupla</a:t>
            </a:r>
            <a:br/>
            <a:r>
              <a:t>lista = [1, 2, 3]</a:t>
            </a:r>
            <a:br/>
            <a:r>
              <a:t>tupla = tuple(lista)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474720"/>
            <a:ext cx="859536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56616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Unpacking es muy usado: a, b = b, a intercambia valores sin variable temporal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Ejercicio 2: Tuplas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Practica con tuplas: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Crea una tupla con coordenadas (x, y, z)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Usa unpacking para obtener cada valor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Calcula la distancia al origen (suma de valores absolutos)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Intenta modificar un valor y observa el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Solucion:</a:t>
            </a:r>
            <a:br/>
            <a:r>
              <a:t>coordenadas = (5, -3, 8)</a:t>
            </a:r>
            <a:br/>
            <a:r>
              <a:t>x, y, z = coordenadas</a:t>
            </a:r>
            <a:br/>
            <a:br/>
            <a:r>
              <a:t># Distancia Manhattan al origen</a:t>
            </a:r>
            <a:br/>
            <a:r>
              <a:t>distancia = abs(x) + abs(y) + abs(z)</a:t>
            </a:r>
            <a:br/>
            <a:r>
              <a:t>print(f"Punto: {coordenadas}")</a:t>
            </a:r>
            <a:br/>
            <a:r>
              <a:t>print(f"Distancia: {distancia}")</a:t>
            </a:r>
            <a:br/>
            <a:br/>
            <a:r>
              <a:t># Esto da TypeError:</a:t>
            </a:r>
            <a:br/>
            <a:r>
              <a:t># coordenadas[0] =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Comparacion: Lista vs Tupla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29260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321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 LISTA []                    TUPLA ()</a:t>
            </a:r>
            <a:br/>
            <a:r>
              <a:t>----------------------------------------------------------------</a:t>
            </a:r>
            <a:br/>
            <a:r>
              <a:t>Sintaxis     [1, 2, 3]                   (1, 2, 3)</a:t>
            </a:r>
            <a:br/>
            <a:r>
              <a:t>Modificable  SI - append, remove, etc    NO - inmutable</a:t>
            </a:r>
            <a:br/>
            <a:r>
              <a:t>Velocidad    Mas lenta                   Mas rapida</a:t>
            </a:r>
            <a:br/>
            <a:r>
              <a:t>Memoria      Usa mas                     Usa menos</a:t>
            </a:r>
            <a:br/>
            <a:r>
              <a:t>Uso          Datos que cambian           Datos fijos</a:t>
            </a:r>
            <a:br/>
            <a:br/>
            <a:r>
              <a:t># CUANDO USAR LISTA:</a:t>
            </a:r>
            <a:br/>
            <a:r>
              <a:t>- Coleccion de items que puede crecer/reducir</a:t>
            </a:r>
            <a:br/>
            <a:r>
              <a:t>- Ej: lista de usuarios, productos en carrito</a:t>
            </a:r>
            <a:br/>
            <a:br/>
            <a:r>
              <a:t># CUANDO USAR TUPLA:</a:t>
            </a:r>
            <a:br/>
            <a:r>
              <a:t>- Datos que NO deben cambiar</a:t>
            </a:r>
            <a:br/>
            <a:r>
              <a:t>- Ej: coordenadas (x,y), fecha (dia, mes, año), RGB (255, 128, 0)</a:t>
            </a:r>
            <a:br/>
            <a:r>
              <a:t>- Retornar multiples valores de una funcion</a:t>
            </a:r>
            <a:br/>
            <a:r>
              <a:t>- Keys de diccionarios (listas no pueden ser keys)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114800"/>
            <a:ext cx="859536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Regla simple: Si los datos pueden cambiar -&gt; Lista. Si son fijos -&gt; Tupla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Ejercicio Integrador: Registro de Estudiantes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Combina listas y tuplas: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Lista de nombres de estudiantes (puede cambiar)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Tupla de materias fijas: ('Matematicas', 'Espanol', 'Ciencias')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Agregar/eliminar estudiantes de la lista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Mostrar cada estudiante con sus materias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materias = ("Matematicas", "Espanol", "Ciencias")</a:t>
            </a:r>
            <a:br/>
            <a:r>
              <a:t>estudiantes = []</a:t>
            </a:r>
            <a:br/>
            <a:br/>
            <a:r>
              <a:t>estudiantes.append("Ana")</a:t>
            </a:r>
            <a:br/>
            <a:r>
              <a:t>estudiantes.append("Luis")</a:t>
            </a:r>
            <a:br/>
            <a:r>
              <a:t>estudiantes.append("Maria")</a:t>
            </a:r>
            <a:br/>
            <a:br/>
            <a:r>
              <a:t>print("=== REGISTRO ===")</a:t>
            </a:r>
            <a:br/>
            <a:r>
              <a:t>for est in estudiantes:</a:t>
            </a:r>
            <a:br/>
            <a:r>
              <a:t>    print(f"\n{est} cursa:")</a:t>
            </a:r>
            <a:br/>
            <a:r>
              <a:t>    for mat in materias:</a:t>
            </a:r>
            <a:br/>
            <a:r>
              <a:t>        print(f"  - {mat}")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10 minutos - Regresamos a las XX:XX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DICCIONARIOS { } - Pares Clave:Valor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Un diccionario almacena datos en pares key:value.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Cada valor tiene una clave (key) unica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Accedes por key, NO por indice numerico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Modificable: puedes agregar, cambiar, eliminar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Keys deben ser inmutables (str, int, tupla)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Mantiene orden de insercion (Python 3.7+)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3774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Crear diccionario</a:t>
            </a:r>
            <a:br/>
            <a:r>
              <a:t>persona = {</a:t>
            </a:r>
            <a:br/>
            <a:r>
              <a:t>    "nombre": "Juan",</a:t>
            </a:r>
            <a:br/>
            <a:r>
              <a:t>    "edad": 25,</a:t>
            </a:r>
            <a:br/>
            <a:r>
              <a:t>    "ciudad": "Madrid"</a:t>
            </a:r>
            <a:br/>
            <a:r>
              <a:t>}</a:t>
            </a:r>
            <a:br/>
            <a:br/>
            <a:r>
              <a:t># Acceder por key</a:t>
            </a:r>
            <a:br/>
            <a:r>
              <a:t>print(persona["nombre"])   # "Juan"</a:t>
            </a:r>
            <a:br/>
            <a:r>
              <a:t>print(persona["edad"])     # 25</a:t>
            </a:r>
            <a:br/>
            <a:br/>
            <a:r>
              <a:t># Modificar</a:t>
            </a:r>
            <a:br/>
            <a:r>
              <a:t>persona["edad"] = 26</a:t>
            </a:r>
            <a:br/>
            <a:br/>
            <a:r>
              <a:t># Agregar nuevo par</a:t>
            </a:r>
            <a:br/>
            <a:r>
              <a:t>persona["profesion"] = "Ingeniero"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8595360" cy="4572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2918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ERROR: KeyError si la key no existe. Usa get() o 'if key in dict:' para evitarlo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DICCIONARIOS - Metodos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29260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321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persona = {"nombre": "Ana", "edad": 30, "ciudad": "Lima"}</a:t>
            </a:r>
            <a:br/>
            <a:br/>
            <a:r>
              <a:t># Obtener valores de forma segura</a:t>
            </a:r>
            <a:br/>
            <a:r>
              <a:t>print(persona.get("nombre"))          # "Ana"</a:t>
            </a:r>
            <a:br/>
            <a:r>
              <a:t>print(persona.get("telefono"))        # None (no existe, sin error)</a:t>
            </a:r>
            <a:br/>
            <a:r>
              <a:t>print(persona.get("telefono", "N/A")) # "N/A" (valor por defecto)</a:t>
            </a:r>
            <a:br/>
            <a:br/>
            <a:r>
              <a:t># Obtener keys, values, items</a:t>
            </a:r>
            <a:br/>
            <a:r>
              <a:t>print(persona.keys())      # dict_keys(['nombre', 'edad', 'ciudad'])</a:t>
            </a:r>
            <a:br/>
            <a:r>
              <a:t>print(persona.values())    # dict_values(['Ana', 30, 'Lima'])</a:t>
            </a:r>
            <a:br/>
            <a:r>
              <a:t>print(persona.items())     # dict_items([('nombre','Ana'), ('edad',30), ...])</a:t>
            </a:r>
            <a:br/>
            <a:br/>
            <a:r>
              <a:t># Eliminar</a:t>
            </a:r>
            <a:br/>
            <a:r>
              <a:t>del persona["ciudad"]              # Elimina key "ciudad"</a:t>
            </a:r>
            <a:br/>
            <a:r>
              <a:t>edad = persona.pop("edad")         # Elimina y retorna valor</a:t>
            </a:r>
            <a:br/>
            <a:br/>
            <a:r>
              <a:t># Iterar</a:t>
            </a:r>
            <a:br/>
            <a:r>
              <a:t>for key, value in persona.items():</a:t>
            </a:r>
            <a:br/>
            <a:r>
              <a:t>    print(f"{key}: {value}")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114800"/>
            <a:ext cx="859536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Usa get() en lugar de [] para evitar KeyError cuando no sabes si la key existe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Ejercicio 3: Diccionarios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Practica con diccionarios: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Crea un diccionario de una persona con: nombre, edad, ciudad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Agrega la key 'profesion' con un valor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Modifica la edad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Muestra todas las keys del diccionario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5. Itera mostrando cada key: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Solucion:</a:t>
            </a:r>
            <a:br/>
            <a:r>
              <a:t>persona = {</a:t>
            </a:r>
            <a:br/>
            <a:r>
              <a:t>    "nombre": "Carlos",</a:t>
            </a:r>
            <a:br/>
            <a:r>
              <a:t>    "edad": 28,</a:t>
            </a:r>
            <a:br/>
            <a:r>
              <a:t>    "ciudad": "Bogota"</a:t>
            </a:r>
            <a:br/>
            <a:r>
              <a:t>}</a:t>
            </a:r>
            <a:br/>
            <a:r>
              <a:t>persona["profesion"] = "Diseñador"</a:t>
            </a:r>
            <a:br/>
            <a:r>
              <a:t>persona["edad"] = 29</a:t>
            </a:r>
            <a:br/>
            <a:br/>
            <a:r>
              <a:t>print("Keys:", list(persona.keys()))</a:t>
            </a:r>
            <a:br/>
            <a:br/>
            <a:r>
              <a:t>for k, v in persona.items():</a:t>
            </a:r>
            <a:br/>
            <a:r>
              <a:t>    print(f"{k}: {v}")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SETS { } - Coleccion de Valores Unicos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Un set almacena valores UNICOS, sin duplicados.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NO permite duplicados: {1, 2, 2, 3} -&gt; {1, 2, 3}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NO ordenado: no hay indices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Modificable: add(), remove()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Ideal para eliminar duplicados de una lista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Soporta operaciones matematicas de conjuntos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Crear set</a:t>
            </a:r>
            <a:br/>
            <a:r>
              <a:t>numeros = {1, 2, 3, 4, 5}</a:t>
            </a:r>
            <a:br/>
            <a:r>
              <a:t>letras = set(['a', 'b', 'c'])</a:t>
            </a:r>
            <a:br/>
            <a:br/>
            <a:r>
              <a:t># Duplicados se eliminan automaticamente</a:t>
            </a:r>
            <a:br/>
            <a:r>
              <a:t>nums = {1, 2, 2, 3, 3, 3}</a:t>
            </a:r>
            <a:br/>
            <a:r>
              <a:t>print(nums)  # {1, 2, 3}</a:t>
            </a:r>
            <a:br/>
            <a:br/>
            <a:r>
              <a:t># Desde lista con duplicados</a:t>
            </a:r>
            <a:br/>
            <a:r>
              <a:t>lista = [1, 1, 2, 2, 3, 3]</a:t>
            </a:r>
            <a:br/>
            <a:r>
              <a:t>unicos = set(lista)</a:t>
            </a:r>
            <a:br/>
            <a:r>
              <a:t>print(unicos)  # {1, 2, 3}</a:t>
            </a:r>
            <a:br/>
            <a:br/>
            <a:r>
              <a:t># NO puedes acceder por indice:</a:t>
            </a:r>
            <a:br/>
            <a:r>
              <a:t># print(numeros[0])  # TypeError!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657600"/>
            <a:ext cx="85953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7490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Set vacio: set() (no {} que crea diccionario vacio)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SETS - Metodos y Operaciones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2743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321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frutas = {"manzana", "naranja", "platano"}</a:t>
            </a:r>
            <a:br/>
            <a:br/>
            <a:r>
              <a:t># Agregar y eliminar</a:t>
            </a:r>
            <a:br/>
            <a:r>
              <a:t>frutas.add("fresa")         # Agrega elemento</a:t>
            </a:r>
            <a:br/>
            <a:r>
              <a:t>frutas.remove("naranja")    # Elimina (error si no existe)</a:t>
            </a:r>
            <a:br/>
            <a:r>
              <a:t>frutas.discard("uva")       # Elimina (sin error si no existe)</a:t>
            </a:r>
            <a:br/>
            <a:br/>
            <a:r>
              <a:t># Operaciones de conjuntos</a:t>
            </a:r>
            <a:br/>
            <a:r>
              <a:t>A = {1, 2, 3, 4}</a:t>
            </a:r>
            <a:br/>
            <a:r>
              <a:t>B = {3, 4, 5, 6}</a:t>
            </a:r>
            <a:br/>
            <a:br/>
            <a:r>
              <a:t>print(A | B)    # Union: {1, 2, 3, 4, 5, 6}</a:t>
            </a:r>
            <a:br/>
            <a:r>
              <a:t>print(A &amp; B)    # Interseccion: {3, 4}</a:t>
            </a:r>
            <a:br/>
            <a:r>
              <a:t>print(A - B)    # Diferencia: {1, 2}</a:t>
            </a:r>
            <a:br/>
            <a:r>
              <a:t>print(B - A)    # Diferencia: {5, 6}</a:t>
            </a:r>
            <a:br/>
            <a:br/>
            <a:r>
              <a:t># Verificar pertenencia (muy rapido!)</a:t>
            </a:r>
            <a:br/>
            <a:r>
              <a:t>print(3 in A)   # True</a:t>
            </a:r>
            <a:br/>
            <a:r>
              <a:t>print(9 in A)   # False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931920"/>
            <a:ext cx="859536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02336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'in' es mucho mas rapido en sets que en listas para grandes cantidades de datos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Ejercicio 4: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Practica con sets: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Crea una lista con numeros duplicados: [1,2,2,3,3,3,4,4,5]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Convierte a set para eliminar duplicados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Crea dos sets: pares = {2,4,6,8} e impares = {1,3,5,7}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Muestra la union de ambos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5. Verifica si 5 esta en impares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1031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Solucion:</a:t>
            </a:r>
            <a:br/>
            <a:r>
              <a:t>lista = [1, 2, 2, 3, 3, 3, 4, 4, 5]</a:t>
            </a:r>
            <a:br/>
            <a:r>
              <a:t>unicos = set(lista)</a:t>
            </a:r>
            <a:br/>
            <a:r>
              <a:t>print(f"Sin duplicados: {unicos}")</a:t>
            </a:r>
            <a:br/>
            <a:br/>
            <a:r>
              <a:t>pares = {2, 4, 6, 8}</a:t>
            </a:r>
            <a:br/>
            <a:r>
              <a:t>impares = {1, 3, 5, 7}</a:t>
            </a:r>
            <a:br/>
            <a:br/>
            <a:r>
              <a:t>print(f"Union: {pares | impares}")</a:t>
            </a:r>
            <a:br/>
            <a:r>
              <a:t>print(f"5 en impares: {5 in impares}")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Comparacion: Diccionario vs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29260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321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 DICCIONARIO {}              SET {}</a:t>
            </a:r>
            <a:br/>
            <a:r>
              <a:t>----------------------------------------------------------------</a:t>
            </a:r>
            <a:br/>
            <a:r>
              <a:t>Sintaxis     {"key": value}              {value1, value2}</a:t>
            </a:r>
            <a:br/>
            <a:r>
              <a:t>Estructura   Pares key:value             Solo valores</a:t>
            </a:r>
            <a:br/>
            <a:r>
              <a:t>Duplicados   Keys unicas                 Valores unicos</a:t>
            </a:r>
            <a:br/>
            <a:r>
              <a:t>Acceso       Por key: dict["key"]        No hay acceso directo</a:t>
            </a:r>
            <a:br/>
            <a:r>
              <a:t>Uso          Asociar datos               Valores unicos, comparar</a:t>
            </a:r>
            <a:br/>
            <a:br/>
            <a:r>
              <a:t># CUANDO USAR DICCIONARIO:</a:t>
            </a:r>
            <a:br/>
            <a:r>
              <a:t>- Necesitas asociar una clave con un valor</a:t>
            </a:r>
            <a:br/>
            <a:r>
              <a:t>- Ej: datos de usuario, configuraciones, contadores</a:t>
            </a:r>
            <a:br/>
            <a:br/>
            <a:r>
              <a:t># CUANDO USAR SET:</a:t>
            </a:r>
            <a:br/>
            <a:r>
              <a:t>- Solo necesitas saber SI un valor existe</a:t>
            </a:r>
            <a:br/>
            <a:r>
              <a:t>- Eliminar duplicados de una lista</a:t>
            </a:r>
            <a:br/>
            <a:r>
              <a:t>- Operaciones de conjuntos (union, interseccion)</a:t>
            </a:r>
            <a:br/>
            <a:r>
              <a:t>- Verificar pertenencia rapida (mucho mas rapido que lista)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114800"/>
            <a:ext cx="859536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Ambos usan {} pero diccionario tiene : entre key y value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Tabla Comparativa: Las 4 Estructuras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2743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321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ESTRUCTURA    SINTAXIS          ORDENADA  MODIFIC.  DUPLIC.   USO PRINCIPAL</a:t>
            </a:r>
            <a:br/>
            <a:r>
              <a:t>----------------------------------------------------------------------------------</a:t>
            </a:r>
            <a:br/>
            <a:r>
              <a:t>LISTA         [1, 2, 3]         Si        Si        Si        Coleccion general</a:t>
            </a:r>
            <a:br/>
            <a:r>
              <a:t>TUPLA         (1, 2, 3)         Si        NO        Si        Datos fijos</a:t>
            </a:r>
            <a:br/>
            <a:r>
              <a:t>DICCIONARIO   {"k": v}          Si*       Si        Keys:NO   Pares key-value</a:t>
            </a:r>
            <a:br/>
            <a:r>
              <a:t>SET           {1, 2, 3}         NO        Si        NO        Valores unicos</a:t>
            </a:r>
            <a:br/>
            <a:br/>
            <a:r>
              <a:t>* Desde Python 3.7</a:t>
            </a:r>
            <a:br/>
            <a:br/>
            <a:r>
              <a:t>RESUMEN RAPIDO:</a:t>
            </a:r>
            <a:br/>
            <a:r>
              <a:t>- Lista []     -&gt; "Necesito una coleccion que pueda modificar"</a:t>
            </a:r>
            <a:br/>
            <a:r>
              <a:t>- Tupla ()     -&gt; "Mis datos NO deben cambiar"</a:t>
            </a:r>
            <a:br/>
            <a:r>
              <a:t>- Dict {}      -&gt; "Necesito asociar claves con valores"</a:t>
            </a:r>
            <a:br/>
            <a:r>
              <a:t>- Set {}       -&gt; "Solo me importan valores unicos"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931920"/>
            <a:ext cx="859536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02336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La eleccion correcta hace tu codigo mas eficiente y facil de entender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Conversion entre Estructuras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29260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321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Lista original</a:t>
            </a:r>
            <a:br/>
            <a:r>
              <a:t>mi_lista = [1, 2, 2, 3, 3, 3]</a:t>
            </a:r>
            <a:br/>
            <a:br/>
            <a:r>
              <a:t># Lista -&gt; Tupla</a:t>
            </a:r>
            <a:br/>
            <a:r>
              <a:t>mi_tupla = tuple(mi_lista)</a:t>
            </a:r>
            <a:br/>
            <a:r>
              <a:t>print(mi_tupla)  # (1, 2, 2, 3, 3, 3)</a:t>
            </a:r>
            <a:br/>
            <a:br/>
            <a:r>
              <a:t># Lista -&gt; Set (elimina duplicados)</a:t>
            </a:r>
            <a:br/>
            <a:r>
              <a:t>mi_set = set(mi_lista)</a:t>
            </a:r>
            <a:br/>
            <a:r>
              <a:t>print(mi_set)  # {1, 2, 3}</a:t>
            </a:r>
            <a:br/>
            <a:br/>
            <a:r>
              <a:t># Set -&gt; Lista</a:t>
            </a:r>
            <a:br/>
            <a:r>
              <a:t>lista_unica = list(mi_set)</a:t>
            </a:r>
            <a:br/>
            <a:r>
              <a:t>print(lista_unica)  # [1, 2, 3]</a:t>
            </a:r>
            <a:br/>
            <a:br/>
            <a:r>
              <a:t># Tupla -&gt; Lista</a:t>
            </a:r>
            <a:br/>
            <a:r>
              <a:t>otra_lista = list(mi_tupla)</a:t>
            </a:r>
            <a:br/>
            <a:br/>
            <a:r>
              <a:t># Diccionario desde listas</a:t>
            </a:r>
            <a:br/>
            <a:r>
              <a:t>keys = ["a", "b", "c"]</a:t>
            </a:r>
            <a:br/>
            <a:r>
              <a:t>values = [1, 2, 3]</a:t>
            </a:r>
            <a:br/>
            <a:r>
              <a:t>mi_dict = dict(zip(keys, values))</a:t>
            </a:r>
            <a:br/>
            <a:r>
              <a:t>print(mi_dict)  # {"a": 1, "b": 2, "c": 3}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114800"/>
            <a:ext cx="859536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list(set(lista_con_duplicados)) es el truco para eliminar duplicados rapidamente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Ejercicio 5: Conversiones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Practica conversiones: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Crea lista: [5, 3, 8, 3, 1, 5, 8, 2]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Convierte a set para eliminar duplicados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Convierte el set a lista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Ordena la lista resultante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5. Convierte a tupla (lista ordenada y sin duplicados)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05840"/>
            <a:ext cx="420624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97280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Solucion:</a:t>
            </a:r>
            <a:br/>
            <a:r>
              <a:t>numeros = [5, 3, 8, 3, 1, 5, 8, 2]</a:t>
            </a:r>
            <a:br/>
            <a:r>
              <a:t>print(f"Original: {numeros}")</a:t>
            </a:r>
            <a:br/>
            <a:br/>
            <a:r>
              <a:t>sin_dup = set(numeros)</a:t>
            </a:r>
            <a:br/>
            <a:r>
              <a:t>print(f"Set: {sin_dup}")</a:t>
            </a:r>
            <a:br/>
            <a:br/>
            <a:r>
              <a:t>lista_unica = list(sin_dup)</a:t>
            </a:r>
            <a:br/>
            <a:r>
              <a:t>lista_unica.sort()</a:t>
            </a:r>
            <a:br/>
            <a:r>
              <a:t>print(f"Ordenada: {lista_unica}")</a:t>
            </a:r>
            <a:br/>
            <a:br/>
            <a:r>
              <a:t>tupla_final = tuple(lista_unica)</a:t>
            </a:r>
            <a:br/>
            <a:r>
              <a:t>print(f"Tupla: {tupla_final}")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Errores Comunes con Estructuras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14800" cy="4114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ERROR: Confundir sintaxis: [] lista, () tupla, {} dict/set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4114800" cy="594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vacio = {}     # Diccionario!</a:t>
            </a:r>
            <a:br/>
            <a:r>
              <a:t>vacio = set()  # Set vacio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4114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0972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ERROR: Modificar tupla (inmutable)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463040"/>
            <a:ext cx="4297680" cy="594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t = (1, 2, 3)</a:t>
            </a:r>
            <a:br/>
            <a:r>
              <a:t>t[0] = 99  # TypeError!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194560"/>
            <a:ext cx="4114800" cy="4114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860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ERROR: Acceder set por indice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651760"/>
            <a:ext cx="4114800" cy="594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s = {1, 2, 3}</a:t>
            </a:r>
            <a:br/>
            <a:r>
              <a:t>print(s[0])  # TypeError!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194560"/>
            <a:ext cx="4297680" cy="4114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2860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ERROR: Key no existe en diccionario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651760"/>
            <a:ext cx="4297680" cy="6858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7432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d = {"a": 1}</a:t>
            </a:r>
            <a:br/>
            <a:r>
              <a:t>print(d["b"])  # KeyError!</a:t>
            </a:r>
            <a:br/>
            <a:r>
              <a:t>print(d.get("b"))  # None (OK)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520440"/>
            <a:ext cx="85953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6118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TIP: Siempre verifica el tipo de estructura que necesitas antes de escribir codigo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Proyecto Final: Sistema de Inventario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Usa las 4 estructuras en un solo programa: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LISTA: productos disponibles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TUPLA: categorias fijas ('Electronica', 'Ropa', 'Alimentos')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DICCIONARIO: info de producto {nombre: {precio, stock, categoria}}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SET: marcas unicas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05840"/>
            <a:ext cx="429768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09728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categorias = ("Electronica", "Ropa", "Alimentos")</a:t>
            </a:r>
            <a:br/>
            <a:r>
              <a:t>productos = []</a:t>
            </a:r>
            <a:br/>
            <a:r>
              <a:t>inventario = {}</a:t>
            </a:r>
            <a:br/>
            <a:r>
              <a:t>marcas = set()</a:t>
            </a:r>
            <a:br/>
            <a:br/>
            <a:r>
              <a:t># Agregar producto</a:t>
            </a:r>
            <a:br/>
            <a:r>
              <a:t>nombre = "Laptop"</a:t>
            </a:r>
            <a:br/>
            <a:r>
              <a:t>productos.append(nombre)</a:t>
            </a:r>
            <a:br/>
            <a:r>
              <a:t>inventario[nombre] = {</a:t>
            </a:r>
            <a:br/>
            <a:r>
              <a:t>    "precio": 999,</a:t>
            </a:r>
            <a:br/>
            <a:r>
              <a:t>    "stock": 5,</a:t>
            </a:r>
            <a:br/>
            <a:r>
              <a:t>    "categoria": categorias[0]</a:t>
            </a:r>
            <a:br/>
            <a:r>
              <a:t>}</a:t>
            </a:r>
            <a:br/>
            <a:r>
              <a:t>marcas.add("Dell")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Menu: 1.Agregar 2.Ver inventario 3.Buscar por categoria 4.Ver marcas 5.Salir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Resumen - Clase 8: Estructuras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859536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321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Las 4 estructuras de Python:</a:t>
            </a:r>
            <a:br/>
            <a:br/>
            <a:r>
              <a:t>lista = [1, 2, 3]           # Modificable, ordenada, duplicados OK</a:t>
            </a:r>
            <a:br/>
            <a:r>
              <a:t>tupla = (1, 2, 3)           # INMUTABLE, ordenada, duplicados OK</a:t>
            </a:r>
            <a:br/>
            <a:r>
              <a:t>diccionario = {"a": 1}      # key:value, keys unicas</a:t>
            </a:r>
            <a:br/>
            <a:r>
              <a:t>conjunto = {1, 2, 3}        # Sin duplicados, sin orden</a:t>
            </a:r>
            <a:br/>
            <a:br/>
            <a:r>
              <a:t># Cuando usar cada una:</a:t>
            </a:r>
            <a:br/>
            <a:r>
              <a:t># Lista     -&gt; Coleccion que puede cambiar</a:t>
            </a:r>
            <a:br/>
            <a:r>
              <a:t># Tupla     -&gt; Datos fijos que no deben modificarse</a:t>
            </a:r>
            <a:br/>
            <a:r>
              <a:t># Dict      -&gt; Asociar claves con valores</a:t>
            </a:r>
            <a:br/>
            <a:r>
              <a:t># Set       -&gt; Valores unicos, operaciones de conjuntos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Proxima clase: Funciones - def, parametros, return,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