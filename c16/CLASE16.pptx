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Cz/2sxV664fqUItt8cp9dIKoW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Slide #11 - BREAK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===============================================================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BREAK DE 10 MINUTOS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 Verificar que todos completaron el Ejercicio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 Preparar datetime_ejemplos.py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===============================================================</a:t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CLASE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Módulos Útiles de la Librería Estándar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pathlib  |  os  |  sys  |  datetime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329184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Manejar rutas y archivos con pathlib (forma moderna)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Entender os.path (para leer código existente)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Argumentos de línea de comandos con sys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Trabajar con fechas y tiempos con datetime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¿Qué es una ruta (path)?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Ruta = Dirección de un archivo o carpeta en tu computadora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40080" y="2011680"/>
            <a:ext cx="5303520" cy="9144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Windows:  C:\Users\Ana\Documents\datos.txt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Mac/Linux: /home/ana/documents/datos.txt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40080" y="3108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Partes de una ruta: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40080" y="3474720"/>
            <a:ext cx="5303520" cy="82296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C:\Users\Ana\proyecto\  -&gt; Carpeta (directorio)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datos                    -&gt; Nombre del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.txt                     -&gt; Extensión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El PROBLEMA de Windows: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PROBLEMA: Windows usa \ pero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usa \ para escape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"C:\Users\nuevo\datos.txt"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\n = salto de línea!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SOLUCIÓN 1: Doble backslash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"C:\\Users\\nuevo\\datos.txt"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SOLUCIÓN 2: Raw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r"C:\Users\nuevo\datos.txt"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SOLUCIÓN 3: pathlib (LA MEJOR)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Path("C:/Users/nuevo/datos.txt")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pathlib - Crear y explorar rutas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57200" y="1188727"/>
            <a:ext cx="5486400" cy="54507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Crear un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 = Path("datos/reporte.txt")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carpeta = Path("datos/reportes")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Ruta actual (donde está tu script)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actual = Path.cwd()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print(actual)  # C:\Users\Ana\proyecto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Carpeta home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home = Path.home()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print(home)  # C:\Users\Ana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Partes de la ruta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 = Path("datos/reporte.txt")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print(archivo.name)    # reporte.txt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print(archivo.stem)    #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print(archivo.suffix)  # 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print(archivo.parent)  #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Diagrama de partes: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400800" y="164592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Path("datos/reporte.txt")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parent: 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name:    reporte.txt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stem:   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suffix:  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Unir rutas con 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base = Path("proyecto")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base / "datos" / "archivo.txt"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proyecto/datos/archivo.txt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400800" y="420624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Path() NO crea el archivo/carpeta.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Solo crea un OBJETO que representa la ruta.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crear archivos se usa write_text().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pathlib - Verificar existencia y crear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1188727"/>
            <a:ext cx="5486400" cy="4140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Path("datos/reportes")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¿Existe?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print(ruta.exists())    # True o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¿Es archivo o carpeta?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print(ruta.is_file())   # True si es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print(ruta.is_dir())    # True si es directorio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Crear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ruta.mkdir()                    # Crea la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ruta.mkdir(exist_ok=True)       # Sin error si existe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ruta.mkdir(parents=True,        # Crea intermedias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exist_ok=True)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217925" y="1188729"/>
            <a:ext cx="5486400" cy="34599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Ejemplo completo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carpeta = Path("proyecto/datos/reportes/2024")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carpeta.mkdir(parents=True, exist_ok=True)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Crea: proyecto/ -&gt; datos/ -&gt; reportes/ -&gt; 2024/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Verificar antes de actuar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 = Path("config.json")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archivo.exists():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print("Archivo encontrado")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print("No existe")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217920" y="4885150"/>
            <a:ext cx="5486400" cy="5028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exist_ok=True evita errores si la carpeta ya existe. Siempre úsenlo.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" y="5616795"/>
            <a:ext cx="5486400" cy="50280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mkdir() solo crea carpetas, NO archivos.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17920" y="5616670"/>
            <a:ext cx="5486400" cy="5028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parents=True crea TODAS las carpetas intermedias necesarias.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pathlib - Listar y buscar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7200" y="1188728"/>
            <a:ext cx="5486400" cy="54294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carpeta = Path(".")  # Carpeta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Listar TODO en la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 item in carpeta.iterdir():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print(item)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Buscar por patrón (glob)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 archivo in carpeta.glob("*.txt"):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print(archivo)  # Solo 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Buscar recursivamente (subcarpetas)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 archivo in carpeta.glob("**/*.py"):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print(archivo)  # .py en subcarpetas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Listar solo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archivos = [f for f in carpeta.iterdir()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if f.is_file()]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Patrones de glob: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00800" y="164592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Patrones más usados: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*.txt       -&gt; todos los 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*.py        -&gt; todos los 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data_*.csv  -&gt; data_01.csv, data_02.csv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**/*.json   -&gt; .json en TODAS subcarpetas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test_*      -&gt; test_algo, test_otro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*.{py,txt}  -&gt; NO funciona en pathlib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 py in Path(".").glob("**/*.py"):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print(f"  {py}")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400800" y="4114800"/>
            <a:ext cx="5029200" cy="64008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glob usa * como comodín (cualquier texto).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** significa 'en todas las subcarpetas'.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pathlib - Leer y escribir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1188725"/>
            <a:ext cx="5303400" cy="40959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 = Path("notas.txt")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ESCRIBIR (crea si no existe)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archivo.write_text("Hola mundo!")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LEER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contenido = archivo.read_text()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print(contenido)  # Hola mundo!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AGREGAR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actual = archivo.read_text()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archivo.write_text(actual + "\nNueva línea")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BORRAR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archivo.unlink()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BORRAR si existe (sin error)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archivo.unlink(missing_ok=True)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6035040" y="11887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Comparación con open():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035042" y="1834817"/>
            <a:ext cx="5669400" cy="29721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ANTES (con open - Clase 13)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with open("notas.txt", "r")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contenido = f.read()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with open("notas.txt", "w") as 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f.write("Hola mundo!")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AHORA (con pathlib - más simple)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contenido = Path("notas.txt").read_text()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Path("notas.txt").write_text("Hola mundo!")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035040" y="5180770"/>
            <a:ext cx="5669400" cy="6402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read_text() y write_text() son más simples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que open() para archivos pequeños.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57200" y="5363650"/>
            <a:ext cx="5303400" cy="64020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unlink() borra SIN confirmación.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hay papelera de reciclaje.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" y="6186610"/>
            <a:ext cx="10972800" cy="5028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archivos grandes o lectura línea por línea, open() sigue siendo la mejor opción.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EJERCICIO 1: Explorar directorios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Misión: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640080" y="164592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1. Recibe una ruta de carpeta (puede ser '.' para actual)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2. Lista todos los archivos y carpetas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3. Muestra el conteo por extensión (.py, .txt,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4. Muestra el tamaño total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Ejemplo de output esperado: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400800" y="1645926"/>
            <a:ext cx="5303400" cy="32919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Contenido de: C:\Users\Ana\proyecto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main.py (2.3 KB)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utils.py (1.1 KB)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datos.txt (0.5 KB)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tests/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docs/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Resumen: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.py: 2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.txt: 1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Carpetas: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Tamaño total: 3.9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40080" y="3474720"/>
            <a:ext cx="5029200" cy="146304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Pistas: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Path.iterdir() para listar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.suffix para obtener la extensión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.stat().st_size para el tamaño en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Dividan entre 1024 para convertir a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Usen un diccionario para contar extensiones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Equipos de 2-3  |  Tiempo: 10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os.path - La forma clásica (código existente)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Van a ver esto en código viejo, tutoriales y Stack Overflow. Sepan leerlo, pero usen pathlib.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1645920"/>
            <a:ext cx="5486400" cy="41148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=== CREAR RUTAS ===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os.path (clásico)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os.path.join("datos", "reportes", "2024")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pathlib (moderno)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ruta = Path("datos") / "reportes" / "2024"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=== VERIFICAR EXISTENCIA ===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os.path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os.path.exists("archivo.txt")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os.path.isfile("archivo.txt")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os.path.isdir("carpeta")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pathlib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Path("archivo.txt").exists()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Path("archivo.txt").is_file()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Path("carpeta").is_dir()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217920" y="1645920"/>
            <a:ext cx="5486400" cy="292608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=== OBTENER PARTES ===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os.path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os.path.basename("datos/rep.txt")  # rep.txt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os.path.dirname("datos/rep.txt")   #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os.path.splitext("rep.txt")  # ('rep','.txt')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pathlib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Path("datos/rep.txt").name    # rep.txt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Path("datos/rep.txt").parent  #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Path("rep.txt").stem          # rep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Path("rep.txt").suffix        # 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217920" y="4754880"/>
            <a:ext cx="5486400" cy="64008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Regla simple: pathlib para código nuevo,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os.path solo para leer código existente.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os - Otras funciones útiles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1188728"/>
            <a:ext cx="5486400" cy="5323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Listar contenido de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archivos = os.listdir(".")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print(archivos)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Crear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os.mkdir("nueva_carpeta")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os.makedirs("ruta/con/sub", exist_ok=True)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Renombrar / Mover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os.rename("viejo.txt", "nuevo.txt")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os.rename("arch.txt", "carpeta/arch.txt")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Eliminar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os.remove("archivo.txt")     #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os.rmdir("carpeta_vacia")    # carpeta vacía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Carpeta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print(os.getcwd())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Cambiar de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os.chdir("otra_carpeta")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Tabla comparativa: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0" y="1645920"/>
            <a:ext cx="5303520" cy="27432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                    pathlib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--------------------- 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os.listdir(r)         Path(r).iterdir()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os.mkdir(r)           Path(r).mkdir()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os.makedirs(r)        Path(r).mkdir(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parents=True)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os.remove(f)          Path(f).unlink()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os.getcwd()           Path.cwd()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os.path.exists(r)     Path(r).exists()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os.rename(a, b)       Path(a).rename(b)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0" y="4572000"/>
            <a:ext cx="5303520" cy="64008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os.listdir() retorna strings simples.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Path().iterdir() retorna objetos Path.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sys.argv - Argumentos de línea de comandos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Cómo funciona: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57200" y="1645920"/>
            <a:ext cx="5486400" cy="137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Terminal: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 python mi_script.py archivo.txt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sys.argv = ["mi_script.py", "archivo.txt", "100"]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[0] script     [1] arg1       [2] arg2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3200400"/>
            <a:ext cx="5486400" cy="292608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mi_script.py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import sys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print(f"Script: {sys.argv[0]}")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print(f"Argumentos: {sys.argv[1:]}")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len(sys.argv) &lt;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print("Uso: python script.py &lt;archivo&gt;")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sys.exit(1)  # Salir con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 = sys.argv[1]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print(f"Procesando: {archivo}")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217925" y="1645927"/>
            <a:ext cx="5486400" cy="3840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Ejemplo: script que cuenta líneas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import sys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len(sys.argv) &lt;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print("Uso: python contar.py &lt;archivo&gt;")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sys.exit(1)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 = Path(sys.argv[1])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not archivo.exists():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print(f"Error: '{archivo}' no existe")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sys.exit(1)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contenido = archivo.read_text()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lineas = contenido.count("\n")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print(f"Líneas: {lineas}")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217920" y="5669275"/>
            <a:ext cx="5486400" cy="4572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sys.argv siempre son STRINGS. Usen int() si necesitan números.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6309360"/>
            <a:ext cx="10972800" cy="41148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sys.argv[0] es el nombre del script. Los argumentos del usuario empiezan en [1].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 - 10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Volvemos con datetime - fechas y tiempos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datetime - Fechas y tiempos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57200" y="1188727"/>
            <a:ext cx="5669400" cy="54717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datetime,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datetime import time, timedelta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Fecha y hora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ahora = datetime.now()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print(ahora)  # 2025-01-30 14:35:22.123456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Solo fecha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hoy = date.today()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print(hoy)  # 2025-01-30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Crear fecha específica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navidad = date(2025, 12, 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print(navidad)  # 2025-12-25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Crear fecha Y hora específica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evento = datetime(2025, 6, 15, 18, 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print(evento)  # 2025-06-15 18:30:00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Acceder a 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print(ahora.year)    #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print(ahora.month)   #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print(ahora.day)     #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print(ahora.hour)    #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print(ahora.minute)  # 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Tipos principales: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400800" y="1645920"/>
            <a:ext cx="5303520" cy="137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datetime  -&gt; fecha Y hora completa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date      -&gt; solo fecha (año, mes, día)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time      -&gt; solo hora (hora, min, seg)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timedelta -&gt; diferencia entre fechas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Diagrama de datetime: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400800" y="3657600"/>
            <a:ext cx="5303520" cy="9144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datetime(2025, 6, 15, 18, 30, 45)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año  mes día hora min seg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400800" y="4846320"/>
            <a:ext cx="5303520" cy="54864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datetime.now() es tu mejor amigo.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Úsalo para timestamps, logs, reportes.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strftime - Convertir fecha a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1188728"/>
            <a:ext cx="5486400" cy="47199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ahora = datetime.now()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Formatear a texto legible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print(ahora.strftime("%d/%m/%Y"))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30/01/2025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print(ahora.strftime("%Y-%m-%d"))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2025-01-30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print(ahora.strftime("%H:%M:%S"))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14:35:22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print(ahora.strftime("%I:%M %p"))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02:35 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Para nombres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 = ahora.strftime("backup_%Y%m%d.zip")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backup_20250130.zip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Códigos más usados: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400800" y="1645920"/>
            <a:ext cx="5303520" cy="32004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Código  Significado       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------  ----------------  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%d      Día (01-31)      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%m      Mes (01-12)      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%Y      Año (4 dígitos)  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%y      Año (2 dígitos)  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%H      Hora 24h (00-23)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%I      Hora 12h (01-12) 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%M      Minutos (00-59)   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%S      Segundos (00-59)  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%p      AM/PM             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%B      Mes nombre        January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%A      Día nombre        Thursday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457200" y="6156520"/>
            <a:ext cx="5486400" cy="5028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strftime = 'string format time'.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Convierte fecha -&gt; texto formateado.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strptime - Convertir texto a fecha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457200" y="1188729"/>
            <a:ext cx="5486400" cy="46779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Parsear texto a fecha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texto = "30/01/2025"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fecha = datetime.strptime(texto, "%d/%m/%Y")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print(fecha)  # 2025-01-30 00:00:00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Otro formato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texto = "2025-01-30 14:35"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fecha = datetime.strptime(texto, "%Y-%m-%d %H:%M")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print(fecha)  # 2025-01-30 14:35:00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CUIDADO! El formato debe coincidir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texto = "30-01-2025"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fecha = datetime.strptime(texto, "%d/%m/%Y")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ValueError: does not match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Diagrama: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400800" y="1645929"/>
            <a:ext cx="5303400" cy="42207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strftime: fecha -&gt; texto (FORMATEAR)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strptime: texto -&gt; fecha (PARSEAR)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fecha.strftime("%d/%m/%Y")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-&gt; "30/01/2025"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vuelta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datetime.strptime("30/01/2025", "%d/%m/%Y")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-&gt; datetime(2025, 1, 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415875" y="6083300"/>
            <a:ext cx="5303400" cy="5487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strptime = 'string parse time'.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Convierte texto -&gt; fecha.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472275" y="6083300"/>
            <a:ext cx="5486400" cy="54870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formato en strptime debe coincidir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EXACTAMENTE con el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timedelta - Calcular con fechas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457200" y="1188729"/>
            <a:ext cx="5486400" cy="54717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datetime, timedelta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ahora = datetime.now()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Sumar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manana = ahora + timedelta(days=1)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en_una_semana = ahora + timedelta(weeks=1)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en_30_dias = ahora + timedelta(days=30)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Restar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ayer = ahora - timedelta(days=1)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hace_7_dias = ahora - timedelta(weeks=1)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Diferencia entre fechas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fecha1 = datetime(2025, 1,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fecha2 = datetime(2025, 12, 31)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diferencia = fecha2 - fecha1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print(diferencia)       # 364 days, 0:00:00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print(diferencia.days)  # 364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¿Cuántos días para Navidad?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hoy = datetime.now()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navidad = datetime(hoy.year, 12, 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print(f"Faltan {(navidad - hoy).days} días")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Parámetros de timedelta: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6400800" y="1645931"/>
            <a:ext cx="5303400" cy="35517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timedelta(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days=0,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seconds=0,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minutes=0,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hours=0,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weeks=0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Se pueden combinar: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timedelta(days=1, hours=6, minutes=30)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400800" y="5380270"/>
            <a:ext cx="5303400" cy="6402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fecha - fecha = timedelta (diferencia)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fecha + timedelta = fecha (nueva fecha)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400800" y="6203230"/>
            <a:ext cx="5303400" cy="45720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existe timedelta con months o years.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Usen days=30 o days=365 como aproximación.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datetime + pathlib - Ejemplo práctico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El problema: "¿Qué archivos modifiqué en los últimos 7 días?"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Lo que necesitamos hacer: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640080" y="219456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1. Recibir una carpeta y número de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2. Calcular la fecha límite (hoy - N días)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3. Recorrer todos los archivos de la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4. Obtener la fecha de modificación de cada 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5. Si fue modificado después del límite, agregarlo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6. Retornar: nombre, fecha, hace cuántos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Conceptos nuevos: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640080" y="466344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Timestamp de modificación del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archivo.stat().st_mtime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# Convertir timestamp a fecha legible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datetime.fromtimestamp(timestamp)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Usos prácticos: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6400800" y="219456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Encontrar archivos viejos para borrar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Backups de archivos recientes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Reportes de actividad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Detectar archivos sin modificar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6400800" y="3840480"/>
            <a:ext cx="5029200" cy="64008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stat().st_mtime devuelve un timestamp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(segundos desde 1 enero 1970).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6400800" y="48463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[Veamos cómo resolverlo en VS Code]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EJERCICIO 2: Organizador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El proyecto: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640080" y="164592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Script que organiza archivos por extensión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Crea carpetas automáticamente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Mueve cada archivo a su carpeta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Usa pathlib + shutil + sys.argv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457200" y="338328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descargas/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foto1.jpg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foto2.png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reporte.pdf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script.py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datos.xlsx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notas.txt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5943600" y="3017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DESPUÉS: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5943600" y="3383280"/>
            <a:ext cx="5760720" cy="25603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descargas/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imagenes/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foto1.jpg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foto2.png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documentos/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reporte.pdf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datos.xlsx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codigo/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script.py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otros/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notas.txt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640080" y="5852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Equipos de 2-3  |  Tiempo: 20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Estructura sugerida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457200" y="1188726"/>
            <a:ext cx="6583800" cy="4942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 pathlib import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import shutil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CATEGORIAS =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"imagenes": [".jpg", ".png", ".gif"],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"documentos": [".pdf", ".docx", ".txt"],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"codigo": [".py", ".js", ".html"],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def obtener_categoria(extension):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"""Retorna la categoría según la extensión."""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# TODO: Buscar en CATEGORIAS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# Retornar "otros" si no encuentra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def organizar_carpeta(ruta):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"""Organiza archivos de una carpeta por extensión."""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# TODO: Implementar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organizar_carpeta(".")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7315200" y="11887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Pistas: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7315200" y="1645920"/>
            <a:ext cx="4389120" cy="292608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 extension.lower() para 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.JPG y .jpg sean iguales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 shutil.move(origen, destino)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para mover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 mkdir(exist_ok=True) 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de mover 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 is_file() para ignorar carpetas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457200" y="6244590"/>
            <a:ext cx="10972800" cy="50280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shutil.move() necesita strings: shutil.move(str(origen), str(destino))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Revisemos la solución juntos!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[El instructor muestra el código en VS Code]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Puntos clave de la solución: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640080" y="256032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extension.lower()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Para que .JPG y .jpg sean iguales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6217920" y="256032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shutil.move(str(archivo), str(destino))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shutil necesita strings, no objetos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640080" y="356616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carpeta_destino.mkdir(exist_ok=True)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Crear la carpeta ANTES de mover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6217920" y="356616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if destino.exists(): 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sobrescribir archivos existentes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640080" y="457200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if not archivo.is_file(): continue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Ignorar las carpetas que creamos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6217920" y="4572000"/>
            <a:ext cx="5029200" cy="82296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for cat, exts in CATEGORIAS.items():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Recorrer el diccionario para buscar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640080" y="5669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Desde terminal:  python ejercicio2_organizador_solucion.py &lt;carpeta&gt;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/>
          <p:nvPr/>
        </p:nvSpPr>
        <p:spPr>
          <a:xfrm>
            <a:off x="10515600" y="137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Slide #20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Resumen - Módulos Útiles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457200" y="1188720"/>
            <a:ext cx="11247120" cy="25603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Módulo     Uso principal                Funciones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---------  ---------------------------  ----------------------------------------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pathlib    Rutas y archivos (MODERNO)   Path(), exists(), mkdir(), glob(),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read_text(), write_text()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         Acciones en sistema          listdir(), rename(), remove(), makedirs()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os.path    Rutas (CLÁSICO)              join(), exists(), basename(), splitext()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sys        Sistema y argumentos         argv, exit()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datetime   Fechas y tiempos             now(), strftime(), strptime(), timedelta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shutil     Copiar/Mover archivos        move(), copy(), rmtree()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457200" y="3931920"/>
            <a:ext cx="5486400" cy="548640"/>
          </a:xfrm>
          <a:prstGeom prst="roundRect">
            <a:avLst>
              <a:gd fmla="val 16667" name="adj"/>
            </a:avLst>
          </a:prstGeom>
          <a:solidFill>
            <a:srgbClr val="EBFFEB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pathlib para código nuevo.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os.path solo para leer código viejo.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217920" y="3931920"/>
            <a:ext cx="5486400" cy="548640"/>
          </a:xfrm>
          <a:prstGeom prst="roundRect">
            <a:avLst>
              <a:gd fmla="val 16667" name="adj"/>
            </a:avLst>
          </a:prstGeom>
          <a:solidFill>
            <a:srgbClr val="E3F2FD"/>
          </a:solidFill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Combinando estos módulos pueden automatizar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muchas tareas repetitivas.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