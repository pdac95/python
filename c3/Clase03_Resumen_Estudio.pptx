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DfPvnCel6ZQYund0ueCX7PXQf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6AB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1125580" y="2033588"/>
            <a:ext cx="689269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3: Resumen de Estudio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25580" y="2786063"/>
            <a:ext cx="6892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8F9FA"/>
                </a:solidFill>
                <a:latin typeface="Arial"/>
                <a:ea typeface="Arial"/>
                <a:cs typeface="Arial"/>
                <a:sym typeface="Arial"/>
              </a:rPr>
              <a:t>Variables y Tipos de Datos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Variables - Conceptos Clave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81000" y="917525"/>
            <a:ext cx="8382000" cy="619423"/>
          </a:xfrm>
          <a:prstGeom prst="roundRect">
            <a:avLst>
              <a:gd fmla="val 12302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2"/>
          <p:cNvCxnSpPr/>
          <p:nvPr/>
        </p:nvCxnSpPr>
        <p:spPr>
          <a:xfrm>
            <a:off x="400050" y="917525"/>
            <a:ext cx="0" cy="619423"/>
          </a:xfrm>
          <a:prstGeom prst="straightConnector1">
            <a:avLst/>
          </a:prstGeom>
          <a:noFill/>
          <a:ln cap="flat" cmpd="sng" w="381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2"/>
          <p:cNvSpPr/>
          <p:nvPr/>
        </p:nvSpPr>
        <p:spPr>
          <a:xfrm>
            <a:off x="571500" y="1044476"/>
            <a:ext cx="8199882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Definición: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Variable = espacio en memoria con nombre que almacena un valor.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81000" y="1663898"/>
            <a:ext cx="838200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400050" y="1663898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571500" y="1828949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nombre = "valor"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Crear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71500" y="2098179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nombre = "otro"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Cambiar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81000" y="2621310"/>
            <a:ext cx="85496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4965"/>
                </a:solidFill>
                <a:latin typeface="Arial"/>
                <a:ea typeface="Arial"/>
                <a:cs typeface="Arial"/>
                <a:sym typeface="Arial"/>
              </a:rPr>
              <a:t>Reglas de nombres: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34901" y="3040410"/>
            <a:ext cx="8128099" cy="896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15901" y="3040410"/>
            <a:ext cx="7902041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Letras, números y 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15901" y="3373041"/>
            <a:ext cx="7902041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empezar con número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15901" y="3705671"/>
            <a:ext cx="7902041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espacios ni guiones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Tipos de Datos - Resumen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66725" y="1003250"/>
            <a:ext cx="1406470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007543" y="1003250"/>
            <a:ext cx="326380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369272" y="1003250"/>
            <a:ext cx="3374163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3926" y="1366838"/>
            <a:ext cx="143258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994743" y="1366838"/>
            <a:ext cx="328991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Enteros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356473" y="1375023"/>
            <a:ext cx="340027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42, -7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53926" y="1717625"/>
            <a:ext cx="143258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994743" y="1717625"/>
            <a:ext cx="328991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Decimales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56473" y="1725811"/>
            <a:ext cx="340027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3.14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3926" y="2068413"/>
            <a:ext cx="143258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994743" y="2068413"/>
            <a:ext cx="328991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356473" y="2076599"/>
            <a:ext cx="340027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"Hola"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3926" y="2419201"/>
            <a:ext cx="143258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994743" y="2419201"/>
            <a:ext cx="3289911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V/F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356473" y="2427387"/>
            <a:ext cx="340027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True, False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Operadores Matemáticos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3926" y="990451"/>
            <a:ext cx="1032272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602284" y="990451"/>
            <a:ext cx="28575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41275" y="1312218"/>
            <a:ext cx="105807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589633" y="1312218"/>
            <a:ext cx="288337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41275" y="1621334"/>
            <a:ext cx="105807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589633" y="1621334"/>
            <a:ext cx="288337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1275" y="1930450"/>
            <a:ext cx="105807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589633" y="1930450"/>
            <a:ext cx="288337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41275" y="2239566"/>
            <a:ext cx="105807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589633" y="2239566"/>
            <a:ext cx="288337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41275" y="2548682"/>
            <a:ext cx="105807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589633" y="2548682"/>
            <a:ext cx="288337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Potencia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667250" y="1019026"/>
            <a:ext cx="4095750" cy="1638151"/>
          </a:xfrm>
          <a:prstGeom prst="roundRect">
            <a:avLst>
              <a:gd fmla="val 4652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4686300" y="1019026"/>
            <a:ext cx="0" cy="163815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4"/>
          <p:cNvSpPr/>
          <p:nvPr/>
        </p:nvSpPr>
        <p:spPr>
          <a:xfrm>
            <a:off x="4857750" y="118407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+ 3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13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857750" y="145330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10 - 3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857750" y="172253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* 3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857750" y="199176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/ 3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3.33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857750" y="226099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10 ** 2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100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Funciones Básicas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81000" y="917525"/>
            <a:ext cx="8382000" cy="1099691"/>
          </a:xfrm>
          <a:prstGeom prst="roundRect">
            <a:avLst>
              <a:gd fmla="val 69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"/>
          <p:cNvCxnSpPr/>
          <p:nvPr/>
        </p:nvCxnSpPr>
        <p:spPr>
          <a:xfrm>
            <a:off x="400050" y="917525"/>
            <a:ext cx="0" cy="109969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5"/>
          <p:cNvSpPr/>
          <p:nvPr/>
        </p:nvSpPr>
        <p:spPr>
          <a:xfrm>
            <a:off x="571500" y="108257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print()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- Mostrar en pantalla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71500" y="135180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print("Hola")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Hola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71500" y="162103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print("Valor:", 42)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81000" y="2144167"/>
            <a:ext cx="838200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5"/>
          <p:cNvCxnSpPr/>
          <p:nvPr/>
        </p:nvCxnSpPr>
        <p:spPr>
          <a:xfrm>
            <a:off x="400050" y="2144167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5"/>
          <p:cNvSpPr/>
          <p:nvPr/>
        </p:nvSpPr>
        <p:spPr>
          <a:xfrm>
            <a:off x="571500" y="2309217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input()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- Recibir datos (siempre str)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71500" y="2578447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nombre = input("Nombre: 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81000" y="3101578"/>
            <a:ext cx="838200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400050" y="3101578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5"/>
          <p:cNvSpPr/>
          <p:nvPr/>
        </p:nvSpPr>
        <p:spPr>
          <a:xfrm>
            <a:off x="571500" y="3266629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type()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- Ver tipo de dato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71500" y="3535859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print(type(42))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Conversión de Tipos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81000" y="1019026"/>
            <a:ext cx="4095750" cy="1099691"/>
          </a:xfrm>
          <a:prstGeom prst="roundRect">
            <a:avLst>
              <a:gd fmla="val 69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6"/>
          <p:cNvCxnSpPr/>
          <p:nvPr/>
        </p:nvCxnSpPr>
        <p:spPr>
          <a:xfrm>
            <a:off x="400050" y="1019026"/>
            <a:ext cx="0" cy="109969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6"/>
          <p:cNvSpPr/>
          <p:nvPr/>
        </p:nvSpPr>
        <p:spPr>
          <a:xfrm>
            <a:off x="571500" y="118407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int()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- A entero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71500" y="145330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int("42")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42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71500" y="172253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int(3.7)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81000" y="2220218"/>
            <a:ext cx="409575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400050" y="2220218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571500" y="2385268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float()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- A decimal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71500" y="2654498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float("3.14")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3.14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667250" y="1019026"/>
            <a:ext cx="409575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4686300" y="1019026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6"/>
          <p:cNvSpPr/>
          <p:nvPr/>
        </p:nvSpPr>
        <p:spPr>
          <a:xfrm>
            <a:off x="4857750" y="118407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str()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- A texto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857750" y="1453307"/>
            <a:ext cx="3827907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str(42)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"42"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667250" y="1950988"/>
            <a:ext cx="4095750" cy="569863"/>
          </a:xfrm>
          <a:prstGeom prst="roundRect">
            <a:avLst>
              <a:gd fmla="val 13372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6"/>
          <p:cNvCxnSpPr/>
          <p:nvPr/>
        </p:nvCxnSpPr>
        <p:spPr>
          <a:xfrm>
            <a:off x="4686300" y="1950988"/>
            <a:ext cx="0" cy="569863"/>
          </a:xfrm>
          <a:prstGeom prst="straightConnector1">
            <a:avLst/>
          </a:prstGeom>
          <a:noFill/>
          <a:ln cap="flat" cmpd="sng" w="38100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6"/>
          <p:cNvSpPr/>
          <p:nvPr/>
        </p:nvSpPr>
        <p:spPr>
          <a:xfrm>
            <a:off x="4857750" y="2077938"/>
            <a:ext cx="3827907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input()</a:t>
            </a: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siempre devuelve str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1: Variables Básicas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 las siguientes variables: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81000" y="1283047"/>
            <a:ext cx="8382000" cy="1907381"/>
          </a:xfrm>
          <a:prstGeom prst="roundRect">
            <a:avLst>
              <a:gd fmla="val 3995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400050" y="1283047"/>
            <a:ext cx="0" cy="190738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7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mi_nombre = "___"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mi_edad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mi_altura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es_estudiante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71500" y="252501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print("Nombre:", mi_nombre)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71500" y="279424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print("Tipo:", type(mi_nombre))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2: Operaciones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Calcula y muestra: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81000" y="1283047"/>
            <a:ext cx="8382000" cy="1907381"/>
          </a:xfrm>
          <a:prstGeom prst="roundRect">
            <a:avLst>
              <a:gd fmla="val 3995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400050" y="1283047"/>
            <a:ext cx="0" cy="190738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8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 = 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 =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suma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producto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71500" y="252501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cociente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71500" y="279424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potencia = ___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a^b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3: Strings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Une las variables: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81000" y="1283047"/>
            <a:ext cx="8382000" cy="2176611"/>
          </a:xfrm>
          <a:prstGeom prst="roundRect">
            <a:avLst>
              <a:gd fmla="val 350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9"/>
          <p:cNvCxnSpPr/>
          <p:nvPr/>
        </p:nvCxnSpPr>
        <p:spPr>
          <a:xfrm>
            <a:off x="400050" y="1283047"/>
            <a:ext cx="0" cy="217661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9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nombre = "María"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accion = "estudia"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materia = "Python"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"María estudia Python"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71500" y="252501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oracion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71500" y="279424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Repite nombre 3 veces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71500" y="306347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repetido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4: Input y Conversión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Calcula año de nacimiento: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381000" y="1283047"/>
            <a:ext cx="8382000" cy="1638151"/>
          </a:xfrm>
          <a:prstGeom prst="roundRect">
            <a:avLst>
              <a:gd fmla="val 4652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0"/>
          <p:cNvCxnSpPr/>
          <p:nvPr/>
        </p:nvCxnSpPr>
        <p:spPr>
          <a:xfrm>
            <a:off x="400050" y="1283047"/>
            <a:ext cx="0" cy="163815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0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edad_texto = input("Edad: 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edad = ___ </a:t>
            </a: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convertir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anio_actual = 2024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anio_nac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71500" y="252501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print("Naciste en:", anio_nac)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5: Calculadora Propinas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381000" y="917525"/>
            <a:ext cx="8382000" cy="1907381"/>
          </a:xfrm>
          <a:prstGeom prst="roundRect">
            <a:avLst>
              <a:gd fmla="val 3995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1"/>
          <p:cNvCxnSpPr/>
          <p:nvPr/>
        </p:nvCxnSpPr>
        <p:spPr>
          <a:xfrm>
            <a:off x="400050" y="917525"/>
            <a:ext cx="0" cy="190738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1"/>
          <p:cNvSpPr/>
          <p:nvPr/>
        </p:nvSpPr>
        <p:spPr>
          <a:xfrm>
            <a:off x="571500" y="108257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cuenta = float(input("Total: $"))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571500" y="135180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Calcular 10%, 15%, 20%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71500" y="162103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propina_10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71500" y="189026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propina_15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71500" y="215949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propina_20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71500" y="242872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print("Propina 10%:", propina_10)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Ejercicio 6: Conversor Temperatura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Convierte Celsius a Fahrenheit: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381000" y="1283047"/>
            <a:ext cx="8382000" cy="1368921"/>
          </a:xfrm>
          <a:prstGeom prst="roundRect">
            <a:avLst>
              <a:gd fmla="val 556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2"/>
          <p:cNvCxnSpPr/>
          <p:nvPr/>
        </p:nvCxnSpPr>
        <p:spPr>
          <a:xfrm>
            <a:off x="400050" y="1283047"/>
            <a:ext cx="0" cy="136892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2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28A745"/>
                </a:solidFill>
                <a:latin typeface="Courier New"/>
                <a:ea typeface="Courier New"/>
                <a:cs typeface="Courier New"/>
                <a:sym typeface="Courier New"/>
              </a:rPr>
              <a:t># F = C * 9/5 + 32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celsius = float(input("°C: "))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fahrenheit = 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print(celsius, "°C =", fahrenheit, "°F")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381000" y="2753469"/>
            <a:ext cx="8382000" cy="569863"/>
          </a:xfrm>
          <a:prstGeom prst="roundRect">
            <a:avLst>
              <a:gd fmla="val 13372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2"/>
          <p:cNvCxnSpPr/>
          <p:nvPr/>
        </p:nvCxnSpPr>
        <p:spPr>
          <a:xfrm>
            <a:off x="400050" y="2753469"/>
            <a:ext cx="0" cy="569863"/>
          </a:xfrm>
          <a:prstGeom prst="straightConnector1">
            <a:avLst/>
          </a:prstGeom>
          <a:noFill/>
          <a:ln cap="flat" cmpd="sng" w="381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2"/>
          <p:cNvSpPr/>
          <p:nvPr/>
        </p:nvSpPr>
        <p:spPr>
          <a:xfrm>
            <a:off x="571500" y="2880420"/>
            <a:ext cx="8199882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25°C = 77°F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Soluciones - Ejercicios 1-4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381000" y="917525"/>
            <a:ext cx="838200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13"/>
          <p:cNvCxnSpPr/>
          <p:nvPr/>
        </p:nvCxnSpPr>
        <p:spPr>
          <a:xfrm>
            <a:off x="400050" y="917525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3"/>
          <p:cNvSpPr/>
          <p:nvPr/>
        </p:nvSpPr>
        <p:spPr>
          <a:xfrm>
            <a:off x="571500" y="108257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Ej 1: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mi_nombre="Juan", mi_edad=25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571500" y="135180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mi_altura=1.75, es_estudiante=True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381000" y="1849487"/>
            <a:ext cx="838200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3"/>
          <p:cNvCxnSpPr/>
          <p:nvPr/>
        </p:nvCxnSpPr>
        <p:spPr>
          <a:xfrm>
            <a:off x="400050" y="1849487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3"/>
          <p:cNvSpPr/>
          <p:nvPr/>
        </p:nvSpPr>
        <p:spPr>
          <a:xfrm>
            <a:off x="571500" y="201453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Ej 2: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suma=a+b, producto=a*b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571500" y="2283768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cociente=a/b, potencia=a**b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381000" y="2781449"/>
            <a:ext cx="838200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3"/>
          <p:cNvCxnSpPr/>
          <p:nvPr/>
        </p:nvCxnSpPr>
        <p:spPr>
          <a:xfrm>
            <a:off x="400050" y="2781449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3"/>
          <p:cNvSpPr/>
          <p:nvPr/>
        </p:nvSpPr>
        <p:spPr>
          <a:xfrm>
            <a:off x="571500" y="2946499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Ej 3: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oracion=nombre+" "+accion+" "+materia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571500" y="3215729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repetido=nombre*3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381000" y="3713411"/>
            <a:ext cx="838200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3"/>
          <p:cNvCxnSpPr/>
          <p:nvPr/>
        </p:nvCxnSpPr>
        <p:spPr>
          <a:xfrm>
            <a:off x="400050" y="3713411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3"/>
          <p:cNvSpPr/>
          <p:nvPr/>
        </p:nvSpPr>
        <p:spPr>
          <a:xfrm>
            <a:off x="571500" y="3878461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Ej 4:</a:t>
            </a: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edad=int(edad_texto)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571500" y="4147691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anio_nac=anio_actual-edad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Soluciones - Ejercicios 5-6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381000" y="917525"/>
            <a:ext cx="8382000" cy="1368921"/>
          </a:xfrm>
          <a:prstGeom prst="roundRect">
            <a:avLst>
              <a:gd fmla="val 556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4"/>
          <p:cNvCxnSpPr/>
          <p:nvPr/>
        </p:nvCxnSpPr>
        <p:spPr>
          <a:xfrm>
            <a:off x="400050" y="917525"/>
            <a:ext cx="0" cy="136892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14"/>
          <p:cNvSpPr/>
          <p:nvPr/>
        </p:nvSpPr>
        <p:spPr>
          <a:xfrm>
            <a:off x="571500" y="108257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Ejercicio 5: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571500" y="135180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propina_10 = cuenta * 0.10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71500" y="162103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propina_15 = cuenta * 0.15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571500" y="1890266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propina_20 = cuenta * 0.20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381000" y="2413397"/>
            <a:ext cx="8382000" cy="830461"/>
          </a:xfrm>
          <a:prstGeom prst="roundRect">
            <a:avLst>
              <a:gd fmla="val 917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4"/>
          <p:cNvCxnSpPr/>
          <p:nvPr/>
        </p:nvCxnSpPr>
        <p:spPr>
          <a:xfrm>
            <a:off x="400050" y="2413397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4"/>
          <p:cNvSpPr/>
          <p:nvPr/>
        </p:nvSpPr>
        <p:spPr>
          <a:xfrm>
            <a:off x="571500" y="2578447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Ejercicio 6: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71500" y="2847677"/>
            <a:ext cx="8199882" cy="23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fahrenheit = celsius * 9/5 + 32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Recursos para Practicar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381000" y="917525"/>
            <a:ext cx="4177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4965"/>
                </a:solidFill>
                <a:latin typeface="Arial"/>
                <a:ea typeface="Arial"/>
                <a:cs typeface="Arial"/>
                <a:sym typeface="Arial"/>
              </a:rPr>
              <a:t>Sitios Web: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71500" y="1336625"/>
            <a:ext cx="3905250" cy="84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952500" y="1336625"/>
            <a:ext cx="3594735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python.org/doc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952500" y="1652588"/>
            <a:ext cx="3594735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w3schools.com/python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952500" y="1968550"/>
            <a:ext cx="3594735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replit.com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4667250" y="917525"/>
            <a:ext cx="4177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4965"/>
                </a:solidFill>
                <a:latin typeface="Arial"/>
                <a:ea typeface="Arial"/>
                <a:cs typeface="Arial"/>
                <a:sym typeface="Arial"/>
              </a:rPr>
              <a:t>Ejercicios Extra: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4857750" y="1336625"/>
            <a:ext cx="3905250" cy="84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5238750" y="1336625"/>
            <a:ext cx="3594735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Calculadora IMC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238750" y="1652588"/>
            <a:ext cx="3594735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Conversor monedas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5238750" y="1968550"/>
            <a:ext cx="3594735" cy="214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Calculadora descuentos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381000" y="2487811"/>
            <a:ext cx="8382000" cy="619423"/>
          </a:xfrm>
          <a:prstGeom prst="roundRect">
            <a:avLst>
              <a:gd fmla="val 12302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5"/>
          <p:cNvCxnSpPr/>
          <p:nvPr/>
        </p:nvCxnSpPr>
        <p:spPr>
          <a:xfrm>
            <a:off x="400050" y="2487811"/>
            <a:ext cx="0" cy="619423"/>
          </a:xfrm>
          <a:prstGeom prst="straightConnector1">
            <a:avLst/>
          </a:prstGeom>
          <a:noFill/>
          <a:ln cap="flat" cmpd="sng" w="381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5"/>
          <p:cNvSpPr/>
          <p:nvPr/>
        </p:nvSpPr>
        <p:spPr>
          <a:xfrm>
            <a:off x="571500" y="2614761"/>
            <a:ext cx="8199882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Consejo: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Practica 15 min diarios.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2026-01-12T16:44:39Z</dcterms:created>
  <dc:creator>Curso Python</dc:creator>
</cp:coreProperties>
</file>