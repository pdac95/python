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gq2Lb7I0+ymqiEM5wCFnLVeQX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86A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A5F7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CLASE 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SQL Intermedio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"Consultas más poderosas"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286000"/>
            <a:ext cx="8229600" cy="2468880"/>
          </a:xfrm>
          <a:prstGeom prst="rect">
            <a:avLst/>
          </a:prstGeom>
          <a:solidFill>
            <a:srgbClr val="1A5F7A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Hoy aprenderan: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2697480"/>
            <a:ext cx="7589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 BY - Ordenar resultados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 - Limitar cantidad de resultados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COUNT, SUM, AVG - Funciones para calcular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BY - Agrupar datos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JOIN - Conectar tablas entre si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Seguimos usando: biblioteca.db en DB Browser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Repaso rapido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40080" y="9601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Lo que ya sabemos: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12344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columnas FROM tabla WHERE condicion;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INSERT INTO tabla (cols) VALUES (vals);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UPDATE tabla SET col = val WHERE condicion;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DELETE FROM tabla WHERE condicion;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2194560"/>
            <a:ext cx="265176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2651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10 libros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297180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id, titulo,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autor, anio...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37560" y="2194560"/>
            <a:ext cx="265176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337560" y="2194560"/>
            <a:ext cx="2651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337560" y="21945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520440" y="2651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5 usuarios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520440" y="297180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id, nombre,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email...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17920" y="2194560"/>
            <a:ext cx="265176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217920" y="2194560"/>
            <a:ext cx="265176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217920" y="21945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prestamos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400800" y="2651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5 prestamos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00800" y="297180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libro_id,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usuario_id...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57200" y="4114800"/>
            <a:ext cx="54864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594360" y="41148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Hoy aprenderemos a hacer preguntas mas interesantes a estos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ORDER BY - Ordenar resultados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"Quiero los libros ordenados por anio de publicacion"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1188720"/>
            <a:ext cx="502920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40080" y="1234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Estructura: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150876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columnas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tabla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ORDER BY columna [ASC | DESC];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760720" y="1188720"/>
            <a:ext cx="292608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Direcciones: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943600" y="15087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ASC = Ascendente (A→Z, 1→100)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Es el DEFAULT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DESC = Descendente (Z→A, 100→1)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2423160"/>
            <a:ext cx="822960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40080" y="24688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Ejemplos mentales: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22960" y="27889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ORDER BY anio ASC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114800" y="27889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→  Del mas viejo al mas nuevo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22960" y="30632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ORDER BY anio DESC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114800" y="30632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→  Del mas nuevo al mas viejo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22960" y="333756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ORDER BY titulo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114800" y="333756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→  Alfabeticamente por titulo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22960" y="36118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ORDER BY autor, anio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114800" y="36118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→  Primero por autor, luego por anio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57200" y="4206240"/>
            <a:ext cx="54864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94360" y="42062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Veamos ejemplos en vivo en DB Browser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LIMIT - Limitar cantidad de resultados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"Solo quiero los primeros 5"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Estructura: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0080" y="150876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columnas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tabla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ORDER BY columna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LIMIT cantidad;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846320" y="1188720"/>
            <a:ext cx="384048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5029200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Usos comunes: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029200" y="150876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Top 10 productos mas vendidos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Los 5 usuarios mas recientes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Los 3 libros mas viejos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Paginacion (mostrar de 10 en 10)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2514600"/>
            <a:ext cx="822960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40080" y="25603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Con OFFSET (saltar registros):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22960" y="28803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LIMIT 10 OFFSET 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114800" y="28803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  Salta 20, muestra los siguientes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  Util para paginacion (pagina 3 de 10 resultados)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57200" y="3977640"/>
            <a:ext cx="54864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94360" y="39776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LIMIT casi siempre va acompanado de ORDER BY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Combinando todo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0" y="914400"/>
            <a:ext cx="502920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640080" y="960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El orden importa: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40080" y="1234440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columnas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tabla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WHERE condicion      ← Primero filtrar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ORDER BY columna   ← Luego ordenar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LIMIT cantidad;       ← Finalmente limitar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760720" y="914400"/>
            <a:ext cx="292608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943600" y="960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Ejemplo mental: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943600" y="1234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"Los 3 libros mas nuevos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de Garcia Marquez"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85800" y="2468880"/>
            <a:ext cx="7772400" cy="411480"/>
          </a:xfrm>
          <a:prstGeom prst="rect">
            <a:avLst/>
          </a:prstGeom>
          <a:solidFill>
            <a:srgbClr val="2E86AB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822960" y="2468880"/>
            <a:ext cx="42748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1. FROM libros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960620" y="24688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Todos los libros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solidFill>
            <a:srgbClr val="2E86A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508760" y="2971800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2. WHERE autor LIKE '%Garcia Marquez%'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892040" y="29718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Solo los de 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057400" y="3474720"/>
            <a:ext cx="5029200" cy="411480"/>
          </a:xfrm>
          <a:prstGeom prst="rect">
            <a:avLst/>
          </a:prstGeom>
          <a:solidFill>
            <a:srgbClr val="2E86AB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2194560" y="3474720"/>
            <a:ext cx="27660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3. ORDER BY anio DESC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823460" y="34747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Del mas nuevo al mas viejo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743200" y="3977640"/>
            <a:ext cx="3657600" cy="411480"/>
          </a:xfrm>
          <a:prstGeom prst="rect">
            <a:avLst/>
          </a:prstGeom>
          <a:solidFill>
            <a:srgbClr val="2E86A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2880360" y="39776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4. LIMIT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754880" y="39776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Solo los primeros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57200" y="4526280"/>
            <a:ext cx="54864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94360" y="45262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Piensa en el orden como un embudo: Todos → Filtrados → Ordenados → Limitados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Funciones agregadas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Las funciones agregadas calculan sobre MUCHAS filas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40080" y="11887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017520" y="1188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hace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COUNT()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017520" y="1508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Cuenta cuantas filas hay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SUM()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017520" y="1783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Suma los valores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AVG()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01752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Calcula el promedio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MIN()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017520" y="2331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Encuentra el valor minimo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40080" y="2606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MAX()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017520" y="2606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Encuentra el valor maximo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40080" y="32918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Diferencia clave: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40080" y="356616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titulo FROM libros;         →  Retorna 10 filas (una por libro)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COUNT(*) FROM libros;      →  Retorna 1 fila con el numero: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57200" y="4572000"/>
            <a:ext cx="54864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94360" y="45720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Las funciones agregadas "colapsan" muchas filas en una sola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COUNT - Contar registros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640080" y="9601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Variaciones de COUNT: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822960" y="128016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COUNT(*)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114800" y="128016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→  Cuenta TODAS las filas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22960" y="153619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COUNT(columna)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114800" y="153619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→  Cuenta filas donde columna NO es NULL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22960" y="179222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COUNT(DISTINCT col)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114800" y="179222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→  Cuenta valores UNICOS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57200" y="2331720"/>
            <a:ext cx="822960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640080" y="23774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Ejemplos: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22960" y="2697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COUNT(*) FROM libros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486400" y="26974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  10 (todos los libros)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822960" y="31546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COUNT(*) FROM libros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WHERE disponible =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486400" y="31546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  5 (solo los disponibles)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22960" y="36118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COUNT(DISTINCT autor)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libros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486400" y="36118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  8 (autores unicos, sin repetir)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57200" y="4389120"/>
            <a:ext cx="54864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94360" y="43891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COUNT + WHERE = Contar con condicion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SUM, AVG, MIN, MAX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914400"/>
            <a:ext cx="502920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40080" y="960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Para calculos con numeros: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22960" y="128016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SUM(columna)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200400" y="128016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 Suma todos los valores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822960" y="14813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AVG(columna)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200400" y="148132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 Promedio de los valores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22960" y="1682496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MIN(columna)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200400" y="168249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 El valor mas pequeno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822960" y="188366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MAX(columna)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200400" y="188366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 El valor mas grande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760720" y="914400"/>
            <a:ext cx="29260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943600" y="960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Con texto (MIN/MAX):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943600" y="128016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MIN(titulo)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→ El primero alfabeticamente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MAX(titulo)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→ El ultimo alfabeticamente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640080" y="24231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Caso real: Sistema de ventas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822960" y="27432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  SUM(precio)  AS total_vendido,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  AVG(precio)  AS ticket_promedio,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  MAX(precio)  AS venta_mas_alta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ventas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WHERE fecha = '2024-01-15';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57200" y="425196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594360" y="4251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SUM y AVG solo tienen sentido con numeros. MIN y MAX funcionan con texto tambien.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Funciones agregadas + WHERE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Puedes filtrar ANTES de calcular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640080" y="123444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COUNT(*), AVG(anio)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libros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WHERE anio &gt;= 1900;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→ Cuenta y promedia solo libros del siglo XX en adelante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57200" y="2423147"/>
            <a:ext cx="4023300" cy="147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El orden de ejecucion: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40080" y="27889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1. FROM libros → Toma todos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2. WHERE anio &gt;= 1900 → Filtra (quedan 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3. COUNT, AVG → Calcula sobre los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754875" y="2423149"/>
            <a:ext cx="3931800" cy="147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Pregunta tipica de negocio: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937760" y="27432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"Cuantos libros tenemos 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Garcia Marquez y cual 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el mas nuevo?"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937760" y="3246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onsolas"/>
                <a:ea typeface="Consolas"/>
                <a:cs typeface="Consolas"/>
                <a:sym typeface="Consolas"/>
              </a:rPr>
              <a:t>SELECT COUNT(*), MAX(anio)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onsolas"/>
                <a:ea typeface="Consolas"/>
                <a:cs typeface="Consolas"/>
                <a:sym typeface="Consolas"/>
              </a:rPr>
              <a:t>FROM libros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onsolas"/>
                <a:ea typeface="Consolas"/>
                <a:cs typeface="Consolas"/>
                <a:sym typeface="Consolas"/>
              </a:rPr>
              <a:t>WHERE autor LIKE '%Garcia Marquez%';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57200" y="4389135"/>
            <a:ext cx="8229600" cy="5487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457200" y="4389135"/>
            <a:ext cx="54900" cy="5487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94360" y="4389135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Estas son preguntas tipicas de negocio: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'Cuantas ventas hicimos hoy?' - 'Cual fue el monto mas alto?' - 'Promedio de calificaciones?'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GROUP BY - Agrupar datos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"Quiero el conteo POR CADA autor"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57200" y="1188720"/>
            <a:ext cx="384048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Sin GROUP BY: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40080" y="15087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COUNT(*) FROM libros;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→ 10 (total de todos)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663440" y="118872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Con GROUP BY: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846320" y="15087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autor, COUNT(*)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libros GROUP BY autor;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→ Una fila POR CADA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57200" y="2331727"/>
            <a:ext cx="8229600" cy="184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640080" y="23774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Resultado con GROUP BY: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1371600" y="2697480"/>
            <a:ext cx="640080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1554480" y="2697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212080" y="2697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COUNT(*)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1554480" y="297180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Garcia Marquez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212080" y="297180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554480" y="31729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George Orwell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212080" y="317296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554480" y="337413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Jane Austen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212080" y="3374136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554480" y="35753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212080" y="357530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57200" y="4379970"/>
            <a:ext cx="8229600" cy="502800"/>
          </a:xfrm>
          <a:prstGeom prst="rect">
            <a:avLst/>
          </a:prstGeom>
          <a:solidFill>
            <a:srgbClr val="EBFF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57200" y="4379970"/>
            <a:ext cx="54900" cy="502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640080" y="4379970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Piensa: "Por cada X, calcula Y"  →  "Por cada autor, cuenta libros"  →  "Por cada categoria, suma ventas"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HAVING - Filtrar despues de agrupar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57200" y="914400"/>
            <a:ext cx="384048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640080" y="9601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40080" y="12344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Filtra ANTES de agrupar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(filas individuales)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663440" y="914400"/>
            <a:ext cx="4023360" cy="731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663440" y="914400"/>
            <a:ext cx="54864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4846320" y="960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HAVING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Filtra DESPUES de agrupar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(grupos completos)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57200" y="1874525"/>
            <a:ext cx="8229600" cy="150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640080" y="19202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Ejemplo: "Autores con mas de 1 libro"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822960" y="22402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autor, COUNT(*) AS cantidad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libros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GROUP BY autor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HAVING cantidad &gt; 1;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→ Solo Garcia Marquez (tiene 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Orden de ejecucion: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822960" y="3840480"/>
            <a:ext cx="1097280" cy="320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822960" y="38404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1874520" y="38404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2103120" y="3840480"/>
            <a:ext cx="1097280" cy="320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2103120" y="38404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154680" y="38404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383280" y="3840480"/>
            <a:ext cx="1097280" cy="320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383280" y="38404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434840" y="38404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663440" y="3840480"/>
            <a:ext cx="1097280" cy="3200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4663440" y="38404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HAVING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715000" y="38404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5943600" y="3840480"/>
            <a:ext cx="1097280" cy="3200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5943600" y="38404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995160" y="38404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7223760" y="3840480"/>
            <a:ext cx="1097280" cy="320040"/>
          </a:xfrm>
          <a:prstGeom prst="rect">
            <a:avLst/>
          </a:prstGeom>
          <a:solidFill>
            <a:srgbClr val="EBFF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7223760" y="38404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57200" y="443484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94360" y="44348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No puedes usar WHERE con funciones agregadas. Para eso existe HAVING.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86AB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BREAK - 10 MINUTOS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Volvemos con: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JOIN - Conectar tablas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parte mas importante de hoy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El problema: Datos en tablas separadas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57200" y="914400"/>
            <a:ext cx="4114800" cy="169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640080" y="960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Nuestra tabla prestamos: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640080" y="1280160"/>
            <a:ext cx="3749040" cy="22860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731520" y="12801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id    libro_id    usuario_id    fecha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731520" y="15544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1     1           1             2024-01-15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2     2           1             2024-01-20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Que libro es el id 1?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Quien es el usuario 1?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Solo vemos numeros!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846325" y="914400"/>
            <a:ext cx="3840600" cy="169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5029200" y="960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Lo que QUEREMOS ver: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029200" y="1280160"/>
            <a:ext cx="347472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5120640" y="128016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titulo              nombre        fecha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512064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1984                Ana Garcia    2024-01-15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Cien anios...       Ana Garcia    2024-01-20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Nombres reales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en vez de numeros!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57200" y="2651760"/>
            <a:ext cx="822960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640080" y="26974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Necesitamos CONECTAR las tablas: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731520" y="3063240"/>
            <a:ext cx="219456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731520" y="30632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prestamos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731520" y="3383280"/>
            <a:ext cx="2194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914400" y="3383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libro_id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usuario_id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fecha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3474720" y="3063240"/>
            <a:ext cx="219456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3474720" y="30632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3474720" y="3383280"/>
            <a:ext cx="2194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3657600" y="3383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titulo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autor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217920" y="3063240"/>
            <a:ext cx="219456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6217920" y="30632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6217920" y="3383280"/>
            <a:ext cx="2194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6400800" y="3383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2926080" y="338328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5669280" y="338328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457200" y="4480560"/>
            <a:ext cx="54864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594360" y="44805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Necesitamos CONECTAR las tablas: para eso existe JOIN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INNER JOIN - Conectar tablas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640080" y="9601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Estructura: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640080" y="123444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columnas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tabla1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INNER JOIN tabla2 ON tabla1.columna = tabla2.columna;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57200" y="2148840"/>
            <a:ext cx="822960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640080" y="21945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Visualizacion: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914400" y="2560320"/>
            <a:ext cx="274320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914400" y="25603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prestamos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914400" y="2880360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1097280" y="28803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libro_id: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3657600" y="2880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──────▶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486400" y="2560320"/>
            <a:ext cx="274320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5486400" y="25603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5486400" y="28803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5669280" y="288036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id: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titulo: 1984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914400" y="34290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"Conecta prestamos.libro_id con libros.id"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457200" y="3977640"/>
            <a:ext cx="54864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594360" y="39776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ON es la condicion de conexion: donde los valores coinciden, une las filas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457200" y="4572000"/>
            <a:ext cx="54864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594360" y="45720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INNER JOIN solo muestra filas que coinciden en AMBAS tablas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JOIN mas limpio con alias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Los nombres de tabla pueden ser largos. Usamos alias: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57200" y="1143000"/>
            <a:ext cx="402336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457200" y="1143000"/>
            <a:ext cx="54864" cy="1554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Sin alias (largo):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640080" y="146304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prestamos.id,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     libros.titulo,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     usuarios.nombre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prestamos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INNER JOIN libros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ON prestamos.libro_id = libros.id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INNER JOIN usuarios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ON prestamos.usuario_id = usuarios.id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4754880" y="1143000"/>
            <a:ext cx="393192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4754880" y="1143000"/>
            <a:ext cx="54864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Con alias (corto):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4937760" y="146304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p.id,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     l.titulo,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     u.nombre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prestamos 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INNER JOIN libros 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ON p.libro_id = l.id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INNER JOIN usuarios 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ON p.usuario_id = u.id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457200" y="2926074"/>
            <a:ext cx="8229600" cy="1274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640080" y="29718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Tambien puedes filtrar con WHERE: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822960" y="32918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...WHERE u.nombre = 'Ana Garcia'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→ Solo prestamos de Ana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...ORDER BY p.fecha_prestamo DESC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→ Los mas recientes primero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457200" y="4251960"/>
            <a:ext cx="54864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594360" y="4251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JOIN + WHERE + ORDER BY = consultas muy poderosas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JOIN + GROUP BY = Reportes poderosos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"Cuantos libros tiene prestados cada usuario?"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457200" y="1188726"/>
            <a:ext cx="5029200" cy="146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640080" y="1234440"/>
            <a:ext cx="4572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 u.nombre,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     COUNT(*) AS libros_prestados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 prestamos 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INNER JOIN usuarios 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    ON p.usuario_id = u.id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GROUP BY u.nombre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ORDER BY libros_prestados DESC;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760725" y="1188726"/>
            <a:ext cx="2926200" cy="146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5943600" y="1554480"/>
            <a:ext cx="2560320" cy="228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6035040" y="15544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nombre             libros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6035040" y="1783080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Ana Garcia        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6035040" y="194767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Carlos Lopez      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6035040" y="2112264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Maria Rodriguez   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6035040" y="227685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Pedro Sanchez     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457200" y="2743200"/>
            <a:ext cx="822960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640080" y="2788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Combinando todo: JOIN + WHERE + GROUP BY + ORDER BY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640080" y="3154680"/>
            <a:ext cx="3200400" cy="274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777240" y="3154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Libros mas prestados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3931920" y="31546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onsolas"/>
                <a:ea typeface="Consolas"/>
                <a:cs typeface="Consolas"/>
                <a:sym typeface="Consolas"/>
              </a:rPr>
              <a:t>→  JOIN libros + GROUP BY titulo + ORDER BY DESC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640080" y="3474720"/>
            <a:ext cx="3200400" cy="274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777240" y="34747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Prestamos por 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3931920" y="3474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onsolas"/>
                <a:ea typeface="Consolas"/>
                <a:cs typeface="Consolas"/>
                <a:sym typeface="Consolas"/>
              </a:rPr>
              <a:t>→  JOIN + GROUP BY substr(fecha, 1, 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640080" y="3794760"/>
            <a:ext cx="3200400" cy="274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777240" y="3794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Reporte completo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3931920" y="3794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36E72"/>
                </a:solidFill>
                <a:latin typeface="Consolas"/>
                <a:ea typeface="Consolas"/>
                <a:cs typeface="Consolas"/>
                <a:sym typeface="Consolas"/>
              </a:rPr>
              <a:t>→  JOIN libros + JOIN usuarios + GROUP_CONCAT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457200" y="4389120"/>
            <a:ext cx="54864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594360" y="43891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Con estas herramientas pueden crear cualquier reporte de negocio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7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EJERCICIO FINAL: Consultas de reporte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457200" y="868680"/>
            <a:ext cx="40233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7"/>
          <p:cNvSpPr/>
          <p:nvPr/>
        </p:nvSpPr>
        <p:spPr>
          <a:xfrm>
            <a:off x="457200" y="868680"/>
            <a:ext cx="402336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640080" y="868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 1: ORDER BY y LIMIT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640080" y="11887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1. Los 5 libros mas recientes (por anio)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2. Usuarios ordenados alfabeticamente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4754880" y="868680"/>
            <a:ext cx="393192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4937760" y="868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 2: Funciones agregadas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4937760" y="11887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3. Libros por cada autor (GROUP BY)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4. Anio promedio de publicacion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5. Autores con mas de 1 libro (HAVING)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7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7"/>
          <p:cNvSpPr/>
          <p:nvPr/>
        </p:nvSpPr>
        <p:spPr>
          <a:xfrm>
            <a:off x="640080" y="21031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 3: JOINs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640080" y="242316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6. Lista de prestamos con titulo y nombre (no IDs)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7. Cuantos libros tiene prestados cada usuario?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2D343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8. Que libros tiene prestados 'Ana Garcia'?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457200" y="3429000"/>
            <a:ext cx="54864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7"/>
          <p:cNvSpPr/>
          <p:nvPr/>
        </p:nvSpPr>
        <p:spPr>
          <a:xfrm>
            <a:off x="640080" y="34290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BONUS: 9. Usuarios que NO tienen prestamos (investigar LEFT JOIN)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Tiempo: 15 minutos  |  Pueden trabajar en parejas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8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E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E72"/>
                </a:solidFill>
                <a:latin typeface="Calibri"/>
                <a:ea typeface="Calibri"/>
                <a:cs typeface="Calibri"/>
                <a:sym typeface="Calibri"/>
              </a:rPr>
              <a:t>Slide #18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D3436"/>
                </a:solidFill>
                <a:latin typeface="Trebuchet MS"/>
                <a:ea typeface="Trebuchet MS"/>
                <a:cs typeface="Trebuchet MS"/>
                <a:sym typeface="Trebuchet MS"/>
              </a:rPr>
              <a:t>Resumen - SQL Intermedio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457200" y="914400"/>
            <a:ext cx="82296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640080" y="914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Comando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3200400" y="9144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3200400" y="12344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Ordenar resultados (ASC/DESC)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3200400" y="15087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Limitar cantidad de resultados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457200" y="1783080"/>
            <a:ext cx="8229600" cy="274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640080" y="1783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COUNT/SUM/AVG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3200400" y="17830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Calcular sobre muchas filas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640080" y="20574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MIN/MAX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3200400" y="20574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Encontrar valores extremos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64008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3200400" y="23317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Agrupar por una columna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640080" y="2606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HAVING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3200400" y="26060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Filtrar grupos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8"/>
          <p:cNvSpPr/>
          <p:nvPr/>
        </p:nvSpPr>
        <p:spPr>
          <a:xfrm>
            <a:off x="640080" y="28803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INNER JOIN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3200400" y="28803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Conectar tablas relacionadas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8"/>
          <p:cNvSpPr/>
          <p:nvPr/>
        </p:nvSpPr>
        <p:spPr>
          <a:xfrm>
            <a:off x="640080" y="35661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Orden de una consulta completa: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640080" y="3840480"/>
            <a:ext cx="868680" cy="256032"/>
          </a:xfrm>
          <a:prstGeom prst="rect">
            <a:avLst/>
          </a:prstGeom>
          <a:solidFill>
            <a:srgbClr val="2E86AB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8"/>
          <p:cNvSpPr/>
          <p:nvPr/>
        </p:nvSpPr>
        <p:spPr>
          <a:xfrm>
            <a:off x="640080" y="384048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8"/>
          <p:cNvSpPr/>
          <p:nvPr/>
        </p:nvSpPr>
        <p:spPr>
          <a:xfrm>
            <a:off x="1645920" y="3840480"/>
            <a:ext cx="868680" cy="256032"/>
          </a:xfrm>
          <a:prstGeom prst="rect">
            <a:avLst/>
          </a:prstGeom>
          <a:solidFill>
            <a:srgbClr val="2E86A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8"/>
          <p:cNvSpPr/>
          <p:nvPr/>
        </p:nvSpPr>
        <p:spPr>
          <a:xfrm>
            <a:off x="1645920" y="384048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2651760" y="3840480"/>
            <a:ext cx="868680" cy="256032"/>
          </a:xfrm>
          <a:prstGeom prst="rect">
            <a:avLst/>
          </a:prstGeom>
          <a:solidFill>
            <a:srgbClr val="2E86A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8"/>
          <p:cNvSpPr/>
          <p:nvPr/>
        </p:nvSpPr>
        <p:spPr>
          <a:xfrm>
            <a:off x="2651760" y="384048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3657600" y="3840480"/>
            <a:ext cx="868680" cy="256032"/>
          </a:xfrm>
          <a:prstGeom prst="rect">
            <a:avLst/>
          </a:prstGeom>
          <a:solidFill>
            <a:srgbClr val="2E86AB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8"/>
          <p:cNvSpPr/>
          <p:nvPr/>
        </p:nvSpPr>
        <p:spPr>
          <a:xfrm>
            <a:off x="3657600" y="384048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4663440" y="3840480"/>
            <a:ext cx="868680" cy="256032"/>
          </a:xfrm>
          <a:prstGeom prst="rect">
            <a:avLst/>
          </a:prstGeom>
          <a:solidFill>
            <a:srgbClr val="2E86AB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8"/>
          <p:cNvSpPr/>
          <p:nvPr/>
        </p:nvSpPr>
        <p:spPr>
          <a:xfrm>
            <a:off x="4663440" y="384048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5669280" y="3840480"/>
            <a:ext cx="868680" cy="256032"/>
          </a:xfrm>
          <a:prstGeom prst="rect">
            <a:avLst/>
          </a:prstGeom>
          <a:solidFill>
            <a:srgbClr val="2E86AB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8"/>
          <p:cNvSpPr/>
          <p:nvPr/>
        </p:nvSpPr>
        <p:spPr>
          <a:xfrm>
            <a:off x="5669280" y="384048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HAVING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6675120" y="3840480"/>
            <a:ext cx="868680" cy="256032"/>
          </a:xfrm>
          <a:prstGeom prst="rect">
            <a:avLst/>
          </a:prstGeom>
          <a:solidFill>
            <a:srgbClr val="2E86AB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6675120" y="384048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7680960" y="3840480"/>
            <a:ext cx="868680" cy="256032"/>
          </a:xfrm>
          <a:prstGeom prst="rect">
            <a:avLst/>
          </a:prstGeom>
          <a:solidFill>
            <a:srgbClr val="2E86AB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7680960" y="384048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3436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8"/>
          <p:cNvSpPr/>
          <p:nvPr/>
        </p:nvSpPr>
        <p:spPr>
          <a:xfrm>
            <a:off x="640080" y="4343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Proxima clase: SQLite con Python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640080" y="46634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"Conectar todo con el codigo que ya saben"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2026-03-10T16:59:57Z</dcterms:created>
  <dc:creator>Patricio</dc:creator>
</cp:coreProperties>
</file>