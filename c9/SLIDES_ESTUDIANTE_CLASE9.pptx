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9: Funciones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Argumentos Avanzados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E86AB"/>
                </a:solidFill>
              </a:defRPr>
            </a:pPr>
            <a:r>
              <a:t>Curso de Python -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Objetivos de la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Repaso Clase 8: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Definición de funciones con def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Parámetros y argumentos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return para devolver valores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Scope: variables locales y globales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Hoy aprenderemos: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Argumentos por defecto (default)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*args - argumentos variables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**kwargs - argumentos con nombre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Orden correcto de parámetros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Unpacking con * y **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11277295" cy="6400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Tip: Los argumentos avanzados hacen tus funciones más flexibles y reutilizables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Argumentos por Defecto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Valores predeterminados para parámetros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¿Qué 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Valores que se usan automáticamente si no pasamos un argumento al llamar la función.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6400800" cy="9144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funcion(param_requerido, param_opcional=valor_default):</a:t>
            </a:r>
            <a:br/>
            <a:r>
              <a:t>    # código de la función</a:t>
            </a:r>
            <a:br/>
            <a:r>
              <a:t>   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Ejemplo práctico: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6858000" cy="21031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saludar(nombre, idioma="español"):</a:t>
            </a:r>
            <a:br/>
            <a:r>
              <a:t>    if idioma == "español":</a:t>
            </a:r>
            <a:br/>
            <a:r>
              <a:t>        return f"¡Hola, {nombre}!"</a:t>
            </a:r>
            <a:br/>
            <a:r>
              <a:t>    elif idioma == "inglés":</a:t>
            </a:r>
            <a:br/>
            <a:r>
              <a:t>        return f"Hello, {nombre}!"</a:t>
            </a:r>
            <a:br/>
            <a:r>
              <a:t>    else:</a:t>
            </a:r>
            <a:br/>
            <a:r>
              <a:t>        return f"Hi, {nombre}!"</a:t>
            </a:r>
            <a:br/>
            <a:br/>
            <a:r>
              <a:t># Llamadas a la función</a:t>
            </a:r>
            <a:br/>
            <a:r>
              <a:t>print(saludar("Ana"))              # Usa default: español</a:t>
            </a:r>
            <a:br/>
            <a:r>
              <a:t>print(saludar("Ana", "inglés"))    # Especifica idioma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Resultado: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023360"/>
            <a:ext cx="3657600" cy="7315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¡Hola, Ana!</a:t>
            </a:r>
            <a:br/>
            <a:r>
              <a:t>Hello, Ana!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Reglas de Argumentos por Defecto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Regla importante: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Los parámetros con valor por defecto SIEMPRE van después de los parámetros sin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CORRECTO: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548640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crear_usuario(nombre, email, activo=True):</a:t>
            </a:r>
            <a:br/>
            <a:r>
              <a:t>    return {"nombre": nombre, "email": email, "activo": activo}</a:t>
            </a:r>
            <a:br/>
            <a:br/>
            <a:r>
              <a:t>def configurar(host, puerto=8080, debug=False):</a:t>
            </a:r>
            <a:br/>
            <a:r>
              <a:t>    return f"{host}:{puerto} (debug={debug})"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INCORRECTO: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560320"/>
            <a:ext cx="5303520" cy="13716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# SyntaxError: non-default argument</a:t>
            </a:r>
            <a:br/>
            <a:r>
              <a:t># follows default argument</a:t>
            </a:r>
            <a:br/>
            <a:br/>
            <a:r>
              <a:t>def crear_usuario(activo=True, nombre, email):</a:t>
            </a:r>
            <a:br/>
            <a:r>
              <a:t>    pass  # Error de sintaxis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Casos de uso comunes: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Configuraciones con valores típicos (puerto=8080, timeout=30)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Funciones con comportamiento opcional (verbose=False, debug=False)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Valores por defecto sensatos (formato='json', encoding='utf-8')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Parámetros opcionales en APIs (limit=10, page=1)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Ejercicio 1: Creador de Perfiles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Practica argumentos por defecto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Objetivo: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Crear una función que genere perfiles de usuario con valores por defecto.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Instrucciones: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Crear función crear_perfil(nombre, edad, ciudad="Desconocida", activo=True)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La función debe retornar un diccionario con todos los datos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Probar la función con diferentes combinaciones de argumentos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Ejemplo de uso esperado: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822960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perfil1 = crear_perfil("Ana", 25)</a:t>
            </a:r>
            <a:br/>
            <a:r>
              <a:t>print(perfil1)</a:t>
            </a:r>
            <a:br/>
            <a:r>
              <a:t># {'nombre': 'Ana', 'edad': 25, 'ciudad': 'Desconocida', 'activo': True}</a:t>
            </a:r>
            <a:br/>
            <a:br/>
            <a:r>
              <a:t>perfil2 = crear_perfil("Carlos", 30, "Madrid", False)</a:t>
            </a:r>
            <a:br/>
            <a:r>
              <a:t>print(perfil2)</a:t>
            </a:r>
            <a:br/>
            <a:r>
              <a:t># {'nombre': 'Carlos', 'edad': 30, 'ciudad': 'Madrid', 'activo': False}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1277295" cy="548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Tip: Recuerda que los argumentos con default van al final de la lista de parámetros.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*args - Argumentos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Acepta cualquier cantidad de argumentos posicionales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¿Qué es *args?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Permite que una función reciba un número variable de argumentos. Se recibe como TUPLA.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6858000" cy="25603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sumar_todos(*numeros):</a:t>
            </a:r>
            <a:br/>
            <a:r>
              <a:t>    print(f"Recibido: {numeros}")  # Es una tupla</a:t>
            </a:r>
            <a:br/>
            <a:r>
              <a:t>    print(f"Tipo: {type(numeros)}")</a:t>
            </a:r>
            <a:br/>
            <a:r>
              <a:t>    total = 0</a:t>
            </a:r>
            <a:br/>
            <a:r>
              <a:t>    for num in numeros:</a:t>
            </a:r>
            <a:br/>
            <a:r>
              <a:t>        total += num</a:t>
            </a:r>
            <a:br/>
            <a:r>
              <a:t>    return total</a:t>
            </a:r>
            <a:br/>
            <a:br/>
            <a:r>
              <a:t># Podemos pasar cualquier cantidad de argumentos</a:t>
            </a:r>
            <a:br/>
            <a:r>
              <a:t>print(sumar_todos(1, 2))           # 3</a:t>
            </a:r>
            <a:br/>
            <a:r>
              <a:t>print(sumar_todos(1, 2, 3, 4, 5))  # 15</a:t>
            </a:r>
            <a:br/>
            <a:r>
              <a:t>print(sumar_todos(10))             # 10</a:t>
            </a:r>
            <a:br/>
            <a:r>
              <a:t>print(sumar_todos())               # 0 (tupla vacía)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Notas importantes: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688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'args' es convención, el * es lo importante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Dentro de la función es una TUPLA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Puede recibir 0 o más argumentos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Se itera con for loop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Combinar con parámetros normales: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731520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calcular(operacion, *valores):</a:t>
            </a:r>
            <a:br/>
            <a:r>
              <a:t>    if operacion == "suma":</a:t>
            </a:r>
            <a:br/>
            <a:r>
              <a:t>        return sum(valores)</a:t>
            </a:r>
            <a:br/>
            <a:r>
              <a:t>    elif operacion == "promedio":</a:t>
            </a:r>
            <a:br/>
            <a:r>
              <a:t>        return sum(valores) / len(valores) if valores else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Ejercicio 2: Sistema de Registro de Compras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Integra argumentos default y *args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Crear un sistema con dos funciones: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Función 1: calcular_total(descuento=0, *productos)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*productos son los precios de cada producto (1, 2, 5... cualquier cantidad)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Suma todos los productos para obtener subtotal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Aplica el descuento porcentual al subtotal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Retorna dict: {subtotal, descuento_aplicado, total}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Función 2: generar_ticket(nombre_cliente, *productos, descuento=10)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Usa calcular_total internamente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Retorna string formateado como ticket de compra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Incluir: cliente, cada producto, subtotal, descuento y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Ejemplo de salida esperada: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457200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========= TICKET =========</a:t>
            </a:r>
            <a:br/>
            <a:r>
              <a:t>Cliente: María</a:t>
            </a:r>
            <a:br/>
            <a:r>
              <a:t>Productos: $100, $50, $75</a:t>
            </a:r>
            <a:br/>
            <a:r>
              <a:t>Subtotal: $225.00</a:t>
            </a:r>
            <a:br/>
            <a:r>
              <a:t>Descuento (10%): -$22.50</a:t>
            </a:r>
            <a:br/>
            <a:r>
              <a:t>TOTAL: $202.50</a:t>
            </a:r>
            <a:br/>
            <a:r>
              <a:t>==========================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4846320"/>
            <a:ext cx="6217920" cy="548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Tip: Nota que *productos va ANTES del argumento default en generar_ticket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10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Estira las piernas, toma agua, descansa la vista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**kwargs - Argumentos con Nombre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Acepta cualquier cantidad de argumentos nombrados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¿Qué es **kwargs?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Permite recibir un número variable de argumentos CON NOMBRE. Se recibe como DICCIONARIO.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8229600" cy="2743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crear_usuario(nombre, **datos_extra):</a:t>
            </a:r>
            <a:br/>
            <a:r>
              <a:t>    print(f"Datos extra recibidos: {datos_extra}")</a:t>
            </a:r>
            <a:br/>
            <a:r>
              <a:t>    print(f"Tipo: {type(datos_extra)}")</a:t>
            </a:r>
            <a:br/>
            <a:br/>
            <a:r>
              <a:t>    usuario = {"nombre": nombre}</a:t>
            </a:r>
            <a:br/>
            <a:r>
              <a:t>    # Agregamos todos los datos extra al diccionario</a:t>
            </a:r>
            <a:br/>
            <a:r>
              <a:t>    for clave, valor in datos_extra.items():</a:t>
            </a:r>
            <a:br/>
            <a:r>
              <a:t>        usuario[clave] = valor</a:t>
            </a:r>
            <a:br/>
            <a:r>
              <a:t>    return usuario</a:t>
            </a:r>
            <a:br/>
            <a:br/>
            <a:r>
              <a:t># Podemos pasar cualquier argumento con nombre</a:t>
            </a:r>
            <a:br/>
            <a:r>
              <a:t>u1 = crear_usuario("Ana", edad=25, ciudad="Madrid")</a:t>
            </a:r>
            <a:br/>
            <a:r>
              <a:t>u2 = crear_usuario("Carlos", profesion="Developer", experiencia=5, remoto=True)</a:t>
            </a:r>
            <a:br/>
            <a:r>
              <a:t>u3 = crear_usuario("Luis")  # Sin datos extra (dict vacío)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Notas: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7744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'kwargs' es convención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El ** es lo importante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Es un DICCIONARIO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Claves son strings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Iterar con .items()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Resultado de u1: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5486400" cy="5486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{'nombre': 'Ana', 'edad': 25, 'ciudad': 'Madrid'}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Orden de Parámetros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La regla más importante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El orden CORRECTO 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1. Normales  →  2. *args  →  3. Default  →  4. **kwargs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Ejemplo CORRECTO: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640080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funcion_completa(a, b, *args, x=10, y=20, **kwargs):</a:t>
            </a:r>
            <a:br/>
            <a:r>
              <a:t>    print(f"Normales: a={a}, b={b}")</a:t>
            </a:r>
            <a:br/>
            <a:r>
              <a:t>    print(f"*args: {args}")</a:t>
            </a:r>
            <a:br/>
            <a:r>
              <a:t>    print(f"Default: x={x}, y={y}")</a:t>
            </a:r>
            <a:br/>
            <a:r>
              <a:t>    print(f"**kwargs: {kwargs}")</a:t>
            </a:r>
            <a:br/>
            <a:br/>
            <a:r>
              <a:t># Llamada</a:t>
            </a:r>
            <a:br/>
            <a:r>
              <a:t>funcion_completa(1, 2, 3, 4, 5, x=100, extra="hola")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Resultado: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834640"/>
            <a:ext cx="43891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Normales: a=1, b=2</a:t>
            </a:r>
            <a:br/>
            <a:r>
              <a:t>*args: (3, 4, 5)</a:t>
            </a:r>
            <a:br/>
            <a:r>
              <a:t>Default: x=100, y=20</a:t>
            </a:r>
            <a:br/>
            <a:r>
              <a:t>**kwargs: {'extra': 'hola'}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ERROR - Orden incorrecto: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5029200" cy="11887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# SyntaxError!</a:t>
            </a:r>
            <a:br/>
            <a:r>
              <a:t>def mal(a, x=10, *args):   # default antes de *args</a:t>
            </a:r>
            <a:br/>
            <a:r>
              <a:t>    pass</a:t>
            </a:r>
            <a:br/>
            <a:br/>
            <a:r>
              <a:t>def mal2(a, **kwargs, b):  # normal después de **kwargs</a:t>
            </a:r>
            <a:br/>
            <a:r>
              <a:t>   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5029200"/>
            <a:ext cx="5760720" cy="548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Memoriza: Normal → *args → Default → **kwargs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Unpacking (Desempaquetar)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Pasar listas y diccionarios como argumentos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Unpacking con * (listas/tuplas):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21031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sumar(a, b, c):</a:t>
            </a:r>
            <a:br/>
            <a:r>
              <a:t>    return a + b + c</a:t>
            </a:r>
            <a:br/>
            <a:br/>
            <a:r>
              <a:t>numeros = [10, 20, 30]</a:t>
            </a:r>
            <a:br/>
            <a:br/>
            <a:r>
              <a:t># Sin unpacking - ERROR</a:t>
            </a:r>
            <a:br/>
            <a:r>
              <a:t># sumar(numeros)  # TypeError!</a:t>
            </a:r>
            <a:br/>
            <a:br/>
            <a:r>
              <a:t># Con unpacking - Correcto</a:t>
            </a:r>
            <a:br/>
            <a:r>
              <a:t>resultado = sumar(*numeros)  # Equivale a sumar(10, 20, 30)</a:t>
            </a:r>
            <a:br/>
            <a:r>
              <a:t>print(resultado)  #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Unpacking con ** (diccionarios):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crear_perfil(nombre, edad, ciudad):</a:t>
            </a:r>
            <a:br/>
            <a:r>
              <a:t>    return f"{nombre}, {edad} años, {ciudad}"</a:t>
            </a:r>
            <a:br/>
            <a:br/>
            <a:r>
              <a:t>datos = {</a:t>
            </a:r>
            <a:br/>
            <a:r>
              <a:t>    "nombre": "Ana",</a:t>
            </a:r>
            <a:br/>
            <a:r>
              <a:t>    "edad": 25,</a:t>
            </a:r>
            <a:br/>
            <a:r>
              <a:t>    "ciudad": "Madrid"</a:t>
            </a:r>
            <a:br/>
            <a:r>
              <a:t>}</a:t>
            </a:r>
            <a:br/>
            <a:br/>
            <a:r>
              <a:t># Con unpacking</a:t>
            </a:r>
            <a:br/>
            <a:r>
              <a:t>perfil = crear_perfil(**datos)</a:t>
            </a:r>
            <a:br/>
            <a:r>
              <a:t># Equivale a: crear_perfil(nombre="Ana", edad=25, ciudad="Madrid")</a:t>
            </a:r>
            <a:br/>
            <a:r>
              <a:t>print(perfil)  # Ana, 25 años, Madrid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Uso combinado: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97680"/>
            <a:ext cx="822960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configurar(host, puerto, *extras, timeout=30, **opciones):</a:t>
            </a:r>
            <a:br/>
            <a:r>
              <a:t>    print(f"Servidor: {host}:{puerto}, timeout={timeout}")</a:t>
            </a:r>
            <a:br/>
            <a:r>
              <a:t>    print(f"Extras: {extras}, Opciones: {opciones}")</a:t>
            </a:r>
            <a:br/>
            <a:br/>
            <a:r>
              <a:t>servidores = ["localhost", 8080]</a:t>
            </a:r>
            <a:br/>
            <a:r>
              <a:t>config = {"debug": True, "log": "verbose"}</a:t>
            </a:r>
            <a:br/>
            <a:br/>
            <a:r>
              <a:t>configurar(*servidores, "extra1", "extra2", timeout=60, **config)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* desempaqueta listas/tuplas en argumentos posicionales</a:t>
            </a:r>
            <a:br/>
            <a:r>
              <a:t>** desempaqueta dicts en argumentos con nombre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Ejercicio 3: Sistema de 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Integración completa de argumentos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Crear 3 funciones que trabajen juntas: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1. registrar_evento(nombre, fecha, *participantes, **detalles)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→ Retorna dict con toda la info del evento (nombre, fecha, lista participantes, detalles)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2. buscar_eventos_por(**filtros)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→ Filtra una lista de eventos según los criterios recibidos (ubicacion, tipo, etc.)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3. generar_reporte(*eventos)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→ Calcula estadísticas: total participantes, promedio por evento, ubicaciones únicas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Ejemplo de uso: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8686800" cy="21031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# Registrar eventos</a:t>
            </a:r>
            <a:br/>
            <a:r>
              <a:t>evento1 = registrar_evento("Python Meetup", "2024-03-15",</a:t>
            </a:r>
            <a:br/>
            <a:r>
              <a:t>                           "Ana", "Carlos", "Luis",</a:t>
            </a:r>
            <a:br/>
            <a:r>
              <a:t>                           ubicacion="Madrid", tipo="tech", capacidad=50)</a:t>
            </a:r>
            <a:br/>
            <a:br/>
            <a:r>
              <a:t>evento2 = registrar_evento("Data Science Workshop", "2024-03-20",</a:t>
            </a:r>
            <a:br/>
            <a:r>
              <a:t>                           "María", "Pedro",</a:t>
            </a:r>
            <a:br/>
            <a:r>
              <a:t>                           ubicacion="Barcelona", tipo="tech")</a:t>
            </a:r>
            <a:br/>
            <a:br/>
            <a:r>
              <a:t># Buscar y generar reporte</a:t>
            </a:r>
            <a:br/>
            <a:r>
              <a:t>eventos_tech = buscar_eventos_por(tipo="tech")</a:t>
            </a:r>
            <a:br/>
            <a:r>
              <a:t>stats = generar_reporte(evento1, evento2)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1. Orden incorrecto de parámetros: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9144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# MAL - default antes de *args</a:t>
            </a:r>
            <a:br/>
            <a:r>
              <a:t>def mal(a, x=10, *args):</a:t>
            </a:r>
            <a:br/>
            <a:r>
              <a:t>    pass</a:t>
            </a:r>
            <a:br/>
            <a:r>
              <a:t># SyntaxError!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2. Olvidar * o ** al llamar: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760720" cy="10972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lista = [1, 2, 3]</a:t>
            </a:r>
            <a:br/>
            <a:r>
              <a:t># MAL - pasa la lista como un solo argumento</a:t>
            </a:r>
            <a:br/>
            <a:r>
              <a:t>funcion(lista)</a:t>
            </a:r>
            <a:br/>
            <a:r>
              <a:t># BIEN - desempaqueta la lista</a:t>
            </a:r>
            <a:br/>
            <a:r>
              <a:t>funcion(*lista)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3. Intentar modificar *args (es tupla):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5029200" cy="13716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def procesar(*args):</a:t>
            </a:r>
            <a:br/>
            <a:r>
              <a:t>    args[0] = 100  # TypeError!</a:t>
            </a:r>
            <a:br/>
            <a:r>
              <a:t>    # Las tuplas son inmutables</a:t>
            </a:r>
            <a:br/>
            <a:r>
              <a:t>    # Convertir a lista si necesitas modificar:</a:t>
            </a:r>
            <a:br/>
            <a:r>
              <a:t>    lista = list(args)</a:t>
            </a:r>
            <a:br/>
            <a:r>
              <a:t>    lista[0] = 100  # 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4. Confundir cuándo usar cada uno: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834640"/>
            <a:ext cx="5760720" cy="12801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*args: Cuando no sabes CUÁNTOS</a:t>
            </a:r>
            <a:br/>
            <a:r>
              <a:t>argumentos vendrán (sin nombre)</a:t>
            </a:r>
            <a:br/>
            <a:br/>
            <a:r>
              <a:t>**kwargs: Cuando no sabes QUÉ</a:t>
            </a:r>
            <a:br/>
            <a:r>
              <a:t>argumentos vendrán (con nombre)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Resumen - Orden correcto: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1277295" cy="9144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funcion(normal1, normal2, *args, default=valor, **kwargs):</a:t>
            </a:r>
            <a:br/>
            <a:r>
              <a:t>           └─────────┘      └────┘  └───────────┘  └──────┘</a:t>
            </a:r>
            <a:br/>
            <a:r>
              <a:t>             1. Normales    2.*args  3. Default   4.**kwargs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Proyecto Final: Gestor de Contactos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Aplicación completa de todos los 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Objetivo: Crear un sistema para gestionar contactos personales.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Función 1: crear_contacto(nombre, telefono, *etiquetas, email=None, **extras)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nombre: nombre del contacto (requerido)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telefono: número de teléfono (requerido)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*etiquetas: etiquetas como 'familia', 'trabajo', 'amigo' (0 o más)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email: correo electrónico (opcional, default None)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**extras: datos adicionales (direccion, cumpleaños, notas...)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Retorna: diccionario con toda la info del contacto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Función 2: buscar_contactos(*contactos, **filtros)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*contactos: lista de contactos donde buscar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**filtros: criterios de búsqueda (nombre='Ana', etiqueta='familia'...)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Retorna: lista de contactos que coinciden con los filtros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Función 3: generar_agenda(*contactos, formato='simple', **opciones)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*contactos: contactos a incluir en la agenda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formato: 'simple', 'detallado' o 'telefonos' (default 'simple')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**opciones: titulo, ordenar_por, mostrar_etiquetas...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Retorna: string con la agenda formateada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Proyecto Final: Ejemplo de Uso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77295" cy="2743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# Crear contactos</a:t>
            </a:r>
            <a:br/>
            <a:r>
              <a:t>c1 = crear_contacto("Ana García", "555-1234", "familia", "amiga",</a:t>
            </a:r>
            <a:br/>
            <a:r>
              <a:t>                    email="ana@email.com", cumpleaños="15-Mar")</a:t>
            </a:r>
            <a:br/>
            <a:br/>
            <a:r>
              <a:t>c2 = crear_contacto("Carlos López", "555-5678", "trabajo",</a:t>
            </a:r>
            <a:br/>
            <a:r>
              <a:t>                    email="carlos@empresa.com", cargo="Gerente")</a:t>
            </a:r>
            <a:br/>
            <a:br/>
            <a:r>
              <a:t>c3 = crear_contacto("María Torres", "555-9999", "familia",</a:t>
            </a:r>
            <a:br/>
            <a:r>
              <a:t>                    direccion="Calle Principal 123")</a:t>
            </a:r>
            <a:br/>
            <a:br/>
            <a:r>
              <a:t># Buscar contactos</a:t>
            </a:r>
            <a:br/>
            <a:r>
              <a:t>familia = buscar_contactos(c1, c2, c3, etiqueta="familia")</a:t>
            </a:r>
            <a:br/>
            <a:br/>
            <a:r>
              <a:t># Generar agenda</a:t>
            </a:r>
            <a:br/>
            <a:r>
              <a:t>agenda = generar_agenda(c1, c2, c3,</a:t>
            </a:r>
            <a:br/>
            <a:r>
              <a:t>                        formato="detallado",</a:t>
            </a:r>
            <a:br/>
            <a:r>
              <a:t>                        titulo="Mi Agenda Personal",</a:t>
            </a:r>
            <a:br/>
            <a:r>
              <a:t>                        ordenar_por="nombre")</a:t>
            </a:r>
            <a:br/>
            <a:r>
              <a:t>print(agenda)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Salida esperada (formato='detallado'):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97680"/>
            <a:ext cx="5029200" cy="21031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======= MI AGENDA PERSONAL =======</a:t>
            </a:r>
            <a:br/>
            <a:r>
              <a:t>----------------------------------</a:t>
            </a:r>
            <a:br/>
            <a:r>
              <a:t>Nombre: Ana García</a:t>
            </a:r>
            <a:br/>
            <a:r>
              <a:t>Teléfono: 555-1234</a:t>
            </a:r>
            <a:br/>
            <a:r>
              <a:t>Email: ana@email.com</a:t>
            </a:r>
            <a:br/>
            <a:r>
              <a:t>Etiquetas: familia, amiga</a:t>
            </a:r>
            <a:br/>
            <a:r>
              <a:t>cumpleaños: 15-Mar</a:t>
            </a:r>
            <a:br/>
            <a:r>
              <a:t>----------------------------------</a:t>
            </a:r>
            <a:br/>
            <a:r>
              <a:t>Nombre: Carlos López</a:t>
            </a:r>
            <a:br/>
            <a:r>
              <a:t>...</a:t>
            </a:r>
            <a:br/>
            <a:r>
              <a:t>Total contactos: 3</a:t>
            </a:r>
            <a:br/>
            <a:r>
              <a:t>==================================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4297680"/>
            <a:ext cx="5760720" cy="11887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Este proyecto integra TODOS los conceptos:</a:t>
            </a:r>
            <a:br/>
            <a:r>
              <a:t>• Argumentos normales, default, *args, **kwargs</a:t>
            </a:r>
            <a:br/>
            <a:r>
              <a:t>• Diccionarios, listas, strings</a:t>
            </a:r>
            <a:br/>
            <a:r>
              <a:t>• Condicionales y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Resumen de la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Tipos de argumentos: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914400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┌──────────────────┬────────────────────────────┬─────────────────────────────┐</a:t>
            </a:r>
            <a:br/>
            <a:r>
              <a:t>│     TIPO         │        SINTAXIS            │         SE RECIBE COMO      │</a:t>
            </a:r>
            <a:br/>
            <a:r>
              <a:t>├──────────────────┼────────────────────────────┼─────────────────────────────┤</a:t>
            </a:r>
            <a:br/>
            <a:r>
              <a:t>│ Normal           │ def f(a, b):               │ Variables individuales      │</a:t>
            </a:r>
            <a:br/>
            <a:r>
              <a:t>│ Default          │ def f(x=10):               │ Variable con valor default  │</a:t>
            </a:r>
            <a:br/>
            <a:r>
              <a:t>│ *args            │ def f(*args):              │ TUPLA                       │</a:t>
            </a:r>
            <a:br/>
            <a:r>
              <a:t>│ **kwargs         │ def f(**kwargs):           │ DICCIONARIO                 │</a:t>
            </a:r>
            <a:br/>
            <a:r>
              <a:t>└──────────────────┴────────────────────────────┴─────────────────────────────┘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Orden obligatorio: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7315200" cy="457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def funcion(normales, *args, default=valor, **kwargs):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Unpacking: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502920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333333"/>
                </a:solidFill>
                <a:latin typeface="Consolas"/>
              </a:defRPr>
            </a:pPr>
            <a:r>
              <a:t>lista = [1, 2, 3]</a:t>
            </a:r>
            <a:br/>
            <a:r>
              <a:t>funcion(*lista)    # Desempaqueta lista</a:t>
            </a:r>
            <a:br/>
            <a:br/>
            <a:r>
              <a:t>diccionario = {"a": 1, "b": 2}</a:t>
            </a:r>
            <a:br/>
            <a:r>
              <a:t>funcion(**diccionario)  # Desempaqueta 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¿Cuándo usar cada uno?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389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Default: valores típicos/opcionales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*args: cantidad variable sin nombres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**kwargs: cantidad variable con nombres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1277295" cy="548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Próxima clase: Programación Funcional (lambda, map, filter, reduce)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