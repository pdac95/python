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</a:rPr>
              <a:t>Clase 8: Funciones I - Fundamentos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</a:rPr>
              <a:t>Creando codigo reutilizable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Objetivos de la Clase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" cy="1371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Entender que son las funciones y por que usarlas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37160" cy="1371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Crear funciones con def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37160" cy="1371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Usar parametros y argumentos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37160" cy="1371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Entender return vs print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37160" cy="13716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Comprender scope (local vs global)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 es una Funcion?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Un bloque de codigo reutilizable con un nombre que realiza una tarea especifica.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Analogia: Es como una maquina que recibe entrada, procesa y produce salida.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137160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</a:rPr>
              <a:t>-&gt;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164592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</a:rPr>
              <a:t>-&gt;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0" y="2011680"/>
            <a:ext cx="13716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OUTPUT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Ya conocemos funciones built-in: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   len()   input()   type()   range()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Sintaxis Basica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nombre_funcion():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codigo aqui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print("Hola!")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Llamar la funcion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nombre_funcion()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def = definir funcion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Nombre en snake_case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Parentesis () obligatorios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Dos puntos : al final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Cuerpo indentado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Definir vs Llamar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DEFINIR (crear la receta)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print("Hola Mundo!")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LLAMAR (ejecutar la receta)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saludar()  # Hola Mundo!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saludar()  # Hola Mundo!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175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TIP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Definir una funcion NO la ejecuta. Debes LLAMARLA con parentesis () para que corra.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Ejercicio 1 - Primera Funcion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Tu turno de practicar: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1. Crear una funcion llamada despedida() que imprima "Hasta luego!"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 Llamarla 3 veces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Resultado esperado: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57200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despedida():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print("Hasta luego!")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despedida()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despedida()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despedida()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Parametros y Argumentos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FF"/>
                </a:solidFill>
              </a:rPr>
              <a:t>PARAMETRO: Variable en la DEFINICION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3192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</a:rPr>
              <a:t>ARGUMENTO: Valor en la LLAMADA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155448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97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nombre es PARAMETRO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print(f"Hola {nombre}!")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"Ana" es ARGUMENTO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saludar("Carlos")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Analogia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Parametro = Placeholder (espacio reservado)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Argumento = Valor real que llena ese espacio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Multiples Parametros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presentar(nombre, edad, ciudad):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print(f"{nombre} tiene {edad} anios")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print(f"Vive en {ciudad}")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presentar("Maria", 25, "Madrid")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presentar("Juan", 30, "Barcelona")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841248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TIP IMPORTANTE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El orden de los argumentos debe coincidir con el orden de los parametros.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presentar("Maria", 25, "Madrid") -&gt; nombre="Maria", edad=25, ciudad="Madrid"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Return - Devolver Valores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calcular_area(base, altura):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area = base * altura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area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calcular_area(5, 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print(resultado)  # 15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Tambien funciona directo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print(calcular_area(10, 2))  #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return DEVUELVE un valor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60020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508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La funcion termina al llegar a return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10312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011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Puedes guardar el resultado en una variable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60604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O usarlo directamente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Print vs Return - DIFERENCIA CRITICA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09728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print()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Solo MUESTRA en pantalla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DEVUELVE valor al programa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puedes usar el resultado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Puedes guardar y usar el resultado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Para mostrar informacion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Para calculos y procesamiento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148840"/>
            <a:ext cx="50292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240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con_print(a, 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  # Solo muestra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con_return(a, 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  # Devuelve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con_print(2, 3)   # x =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con_return(2, 3)  # y =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77840" y="2148840"/>
            <a:ext cx="320040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2240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ERROR COMUN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2468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Usar print() cuando necesitas return.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Si quieres USAR el resultado, necesitas return!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Ejercicio 2 - Calculadora con Funciones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</a:rPr>
              <a:t>Crear un programa calculadora completo: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Funciones requeridas: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1. sumar(a, b) - retorna la suma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2. restar(a, b) - retorna la resta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3. multiplicar(a, b) - retorna el producto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4. dividir(a, b) - retorna la division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5. menu() - muestra las opciones disponibles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Programa principal: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Usar while loop, condicionales if/elif, y mostrar resultado de cada operacion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40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INTEGRACION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8138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Combina: funciones, parametros, return, while loops, condicionales e input()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BREAK - 10 MINUTOS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Estirarse, hidratarse, descansar la vista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Scope - Ambito de Variables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SCOPE = Donde existe una variable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LOCAL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Variables creadas DENTRO de una funcion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Solo existen dentro de esa funcion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GLOBAL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Variables creadas FUERA de funciones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Existen en todo el programa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Diagrama Visual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47472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GLOBAL (todo el programa)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920240"/>
            <a:ext cx="256032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LOCAL (solo funcion)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Scope - Ejemplo Visual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 = "Soy global"  # Variable GLOBAL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mi_funcion():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 = "Soy local"  # Variable 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print(mensaje)  # OK - Puede leer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print(local)    # OK - Puede leer local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mi_funcion()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print(mensaje)  # OK - Funciona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print(local)    # ERROR!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960120"/>
            <a:ext cx="3108960" cy="1280160"/>
          </a:xfrm>
          <a:prstGeom prst="rect">
            <a:avLst/>
          </a:prstGeom>
          <a:solidFill>
            <a:srgbClr val="FFEBEE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1051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12801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NameError: name 'local' is not defined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La variable 'local' solo existe dentro de mi_funcion(). Fuera de ella, no existe.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Scope - Buenas Practicas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MEJOR PRACTICA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Pasar valores como PARAMETROS en lugar de usar variables globales.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Esto hace el codigo mas predecible y facil de mantener.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EVITAR: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93192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calcular_iva():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 * 0.16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MEJOR: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286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Usar parametro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calcular_iva(monto):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monto * 0.16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Return de Diferentes Tipos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obtener_numero():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42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obtener_lista():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[1, 2, 3]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obtener_diccionario():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{"nombre": "Ana", "edad": 25}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obtener_multiple():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"Ana", 25, "Madrid"  # Retorna TUPLA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edad, ciudad = obtener_multiple()  # Desempaquetado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474720"/>
            <a:ext cx="8412480" cy="54864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566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NOTA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81381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Una funcion puede retornar CUALQUIER tipo de dato: int, string, list, dict, tuple, etc.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Early Return - Validaciones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7373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dividir_seguro(a, 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 ==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"Error: division por cero"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/ 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print(dividir_seguro(10, 2))  # 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print(dividir_seguro(10, 0))  # Error: division por cero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8412480" cy="685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175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EARLY RETURN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Terminar la funcion temprano si hay un problema o condicion especial.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Util para validar datos antes de procesarlos.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Ejercicio 3 - Sistema de Estudiantes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Crear sistema con 3 funciones: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agregar_estudiante(nombre, calificaciones)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Retorna dict con: nombre, promedio calculado, status ("Aprobado" si &gt;= 70)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obtener_aprobados(lista_estudiantes)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Recibe lista de dicts, retorna solo los que tienen promedio &gt;= 70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mostrar_estadisticas(lista_estudiantes)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Retorna dict con: promedio_general, mejor_estudiante, peor_estudiante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Programa principal: Crear varios estudiantes y usar las 3 funciones.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INTEGRACION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81381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Combina: funciones, listas, diccionarios, loops, condicionales, return de estructuras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Docstrings - Documentacion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1945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calcular_promedio(numeros):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 el promedio de una lista de numeros.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numeros: lista de numeros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float: promedio de los numeros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sum(numeros) / len(numeros)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TIP PROFESIONAL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Los docstrings aparecen cuando usas help(funcion).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Es una buena practica documentar que hace cada funcion.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Errores Comunes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1. Olvidar llamar la funcion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saludar     # NO ejecuta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saludar()   # SI ejecuta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51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2. Confundir print con return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def suma(a, 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 print(a + b)  # x = None!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02336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3. Numero incorrecto de argumentos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def saludar(nombre, edad):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saludar("Ana")  # Falta 1 arg!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023360" cy="822960"/>
          </a:xfrm>
          <a:prstGeom prst="rect">
            <a:avLst/>
          </a:prstGeom>
          <a:solidFill>
            <a:srgbClr val="FFEBEE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4. Usar variable local fuera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def func():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   x =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print(x)  # x no existe aqui!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Proyecto Final - Analizador de 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Crear programa con 4 funciones: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limpiar_texto(texto)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Retorna texto en minusculas y sin espacios extra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contar_palabras(texto)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Retorna dict con {palabra: frecuencia}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134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palabra_mas_comun(dict_frecuencias)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Retorna tupla (palabra, frecuencia) de la mas comun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62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generar_reporte(texto)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Usa las 3 anteriores y retorna dict completo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Programa principal: Pedir texto con input() y mostrar reporte formateado.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INTEGRACION COMPLETA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81381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Combina: multiples funciones que se llaman entre si, strings, dicts, loops, max()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Resumen de la Clase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Sintaxis de Funciones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5720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Concepto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Sintaxis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Definir funcion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 nombre():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 parametros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 nombre(p1, p2):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Retornar valor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valor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Llamar funcion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 argumentos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nombre(a1, a2)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20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Conceptos Clave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20640" y="123444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8" name="Text 5"/>
          <p:cNvSpPr/>
          <p:nvPr/>
        </p:nvSpPr>
        <p:spPr>
          <a:xfrm>
            <a:off x="5303520" y="11704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def para definir, () para llamar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20640" y="1581912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15179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Parametro = definicion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1929384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0" y="18653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Argumento = llamada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2276856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return devuelve valor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0" y="2624328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print solo muestra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2971800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2907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Local = dentro funcion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0640" y="3319272"/>
            <a:ext cx="91440" cy="91440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3255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Global = fuera funciones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</a:rPr>
              <a:t>Proxima Clase: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</a:rPr>
              <a:t>Clase 9: Funciones II - Avanzado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2377440"/>
            <a:ext cx="4572000" cy="2011680"/>
          </a:xfrm>
          <a:prstGeom prst="rect">
            <a:avLst/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2560320"/>
            <a:ext cx="109728" cy="109728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2788920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Argumentos por defecto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3017520"/>
            <a:ext cx="109728" cy="109728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*args y **kwargs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3474720"/>
            <a:ext cx="109728" cy="109728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3401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Funciones lambda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0320" y="3931920"/>
            <a:ext cx="109728" cy="109728"/>
          </a:xfrm>
          <a:prstGeom prst="oval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858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Funciones como argumentos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Slide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8: Funciones I - Fundamentos</dc:title>
  <dc:subject>PptxGenJS Presentation</dc:subject>
  <dc:creator>Curso Python</dc:creator>
  <cp:lastModifiedBy>Curso Python</cp:lastModifiedBy>
  <cp:revision>1</cp:revision>
  <dcterms:created xsi:type="dcterms:W3CDTF">2026-01-23T18:55:05Z</dcterms:created>
  <dcterms:modified xsi:type="dcterms:W3CDTF">2026-01-23T18:55:05Z</dcterms:modified>
</cp:coreProperties>
</file>