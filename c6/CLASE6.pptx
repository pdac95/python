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Loops: While y For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Repitiendo codigo de forma inteligente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Duracion: 2 horas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Clase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Entender que es un loop y por que lo necesitamos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Dominar la sintaxis del while loop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Usar break y continue correctamente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Crear loops con validacion de datos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Dominar la sintaxis del for loop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Usar range() y enumerate()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Saber cuando usar while vs for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un Loop?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LOOP (bucle) es una estructura que repite un bloque de codigo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una condicion sea verdadera (True)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loop: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6576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loop: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834640"/>
            <a:ext cx="36576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9260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contador &lt;= 5: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print(contador)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+=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Sintaxis del While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condicion: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codigo indentado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este bloque se repite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hasta que condicion sea False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clave: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57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- palabra reservada que inicia el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 - expresion booleana (True/False)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- dos puntos obligatorios al final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indentacion - 4 espacios para el codigo que se repite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Contador del 1 al 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Contador del 1 al 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contador &lt;= 5: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print(f"Numero: {contador}")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= contador + 1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print("Fin del loop!")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463040"/>
            <a:ext cx="3200400" cy="237744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15544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Numero: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Numero: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Numero: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Numero: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del loop!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contador += 1 es lo mismo que contador = contador + 1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1: Cuenta Regresiva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programa que haga una cuenta regresiva del 10 al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al final imprima "Despegue!"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esperado: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3657600" cy="164592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918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Despegue!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Empezar con numero = 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Usar while numero &gt;=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Decrementar: numero -=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y Continue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COMPLETAMENTE del loop.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codigo despues del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 ejecutandose.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Salta a la SIGUIENTE iteracion.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 el resto del codigo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esa vuelta del loop.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break: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10: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5: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1,2,3,4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continue: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393192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2461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10: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5: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1,2,3,4,6,7,8,9,10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2: Numeros Selectivos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programa que imprima numeros del 1 al 20 pero: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Salte los multiplos de 3 (usa continue)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 detenga completamente si encuentra el 15 (usa break)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Pista: numero % 3 == 0 significa que es multiplo de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esperado: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1, 2, 4, 5, 7, 8, 10, 11, 13, 14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True: Loops Controlados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True crea un loop INFINITO. Usamos break para salir.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Patron: Validacion de entrada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edad = input("Ingresa tu edad: 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edad.isdigit():       # Verifica solo numeros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edad = int(edad)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                 # Sale del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print("Error: Ingresa solo numeros")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print(f"Tu edad es {edad}")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3: Validador de Password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programa que: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Pida una contrasena al usuario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 es "python123", muestre "Acceso concedido!"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 es incorrecta, muestre "Contrasena incorrecta"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Seguir pidiendo hasta que sea correcta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ejecucion: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Ingresa la contrasena: abc123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Contrasena incorrecta, intenta de nuevo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Ingresa la contrasena: python123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 concedido!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Integrador: Juego de Adivinanza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juego de adivinanza: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Numero secreto: 27 (entre 1-50)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Maximo 7 intentos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Dar pistas: "Muy alto!" o "Muy bajo!"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 adivina: "Felicidades! Lo lograste en X intentos"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 se acaban intentos: "Game Over! Era el 27"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Validar que el input sea un numero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Usa: while, break, if/elif/else, contador de intentos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Estiren las piernas, tomen agua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Introduccion a For Loops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"MIENTRAS se cumpla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condicion"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188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"PARA CADA elemento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secuencia"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Sintaxis: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variable in secuencia: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codigo que se repite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letra in "PYTHON":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print(letra)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4297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 Y T H O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(cada letra en linea separada)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Funcion range()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range() genera una secuencia de numeros. Es el mejor amigo del for!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range(stop)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0,1,2,3,4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range(start, stop)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2743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423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range(1,6):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1,2,3,4,5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range(start, stop, step)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7432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23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range(0,10,2):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0,2,4,6,8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range() NUNCA incluye el numero final (stop)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solo das un numero, empieza en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step negativo cuenta hacia atras: range(10, 0, -1)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4: Tabla de Multiplicar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programa que: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Pida un numero al usuario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Muestre la tabla de multiplicar del 1 al 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(si el usuario ingresa 7):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4114800" cy="201168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1 = 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2 = 14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3 = 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10 = 70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3291840"/>
            <a:ext cx="3657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33832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11)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f"{num} x {i} = {num*i}"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Iterando sobre Strings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string es una secuencia de caracteres. Podemos recorrerlo con for!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0292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Contar vocales en un texto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= "Hola Mundo"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vocales = "aeiouAEIOU"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letra in texto: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letra in vocales: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contador += 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print(f"Vocales: {contador}")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377440"/>
            <a:ext cx="3200400" cy="54864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2468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Vocales: 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3383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H-no, o-si, l-no, a-si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(espacio)-no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M-no, u-si, n-no, d-no, o-si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4 vocales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5: Contador de Vocales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programa que: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Pida una frase al usuario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Cuente CADA vocal por separado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Muestre cuantas a, e, i, o, u encontro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661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Ingresa una frase: Programacion en Python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2, e: 1, i: 2, o: 3, u: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enumerate(): Indice + Valor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enumerate() te da el INDICE y el VALOR al mismo tiempo!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enumerate: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931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 = ["Manzana",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"Banana","Cereza"]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fruta in frutas: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print(f"{i}. {fruta}")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enumerate: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3931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3317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 = ["Manzana",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"Banana","Cereza"]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fruta in enumerate(frutas):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print(f"{i}. {fruta}")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Empezando desde 1: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fruta in enumerate(frutas, start=1):  # Empieza en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print(f"{i}. {fruta}")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6: Menu con enumerate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programa que: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Tenga una lista de 5 opciones de comida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Muestre un menu numerado con enumerate (start=1)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Pida al usuario que elija un numero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Muestre "Elegiste: [opcion]"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66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MENU ===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Pizza   2. Hamburguesa   3. Tacos   4. Sushi   5. Ensalada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Elige (1-5):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Elegiste: Tacos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Visuales con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Truco: "caracter" * numero repite el caracter. Ej: "*" * 3 = "***"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Triangulo de asteriscos: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5720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Triangulo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print("*" * i)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range(1,6) -&gt; 1,2,3,4,5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2377440"/>
            <a:ext cx="3383280" cy="164592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4688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ejemplos: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"=" * 10 -&gt; ==========     "#" * 5 -&gt; #####     "Hola " * 3 -&gt; Hola Hola Hola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7: Dibujar Triangulo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programa que: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Pida el tamano del triangulo (altura)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Dibuje un triangulo de asteriscos de ese tamano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(tamano = 4):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657600" cy="128016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(tamano = 6):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926080"/>
            <a:ext cx="4114800" cy="182880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0175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Integrador: Generador de Patrones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37744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generador de patrones: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Pedir el tamano (ej: 5)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Mostrar TRES patrones: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Triangulo (crece de 1 a tamano)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Cuadrado (tamano x tamano)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Triangulo invertido (decrece)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Triangulo: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2286000" cy="109728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94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Cuadrado: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749040"/>
            <a:ext cx="2286000" cy="109728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794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Invertido: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3749040"/>
            <a:ext cx="2286000" cy="1097280"/>
          </a:xfrm>
          <a:prstGeom prst="rect">
            <a:avLst/>
          </a:prstGeom>
          <a:solidFill>
            <a:srgbClr val="EEEE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794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vs For: Cuando usar cada uno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Caracteristica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usar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sabes cuantas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veces repetir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Sabes cuantas veces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tienes secuencia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evalua antes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cada vuelta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 sobre cada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 infinito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(olvidar actualizar)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Casi imposible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 infinito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Validar 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Juegos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Recorrer listas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Repetir N veces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SIMPLE: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puedes contar las repeticiones o tienes coleccion -&gt; FOR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dependes de condicion que puede cambiar -&gt; WHILE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 con Loops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infinito (while)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5: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Falta: i +=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Off-by-one (range)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Quiero 1-10, obtengo 1-9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Correcto: range(1,11)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931920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Indentacion incorrecta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print(i)  # Error!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Falta indentacion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3931920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Modificar variable for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10  # No sirve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 se reasigna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Si tu programa se "congela", es loop infinito. Usa Ctrl+C para detenerlo.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Final: Calculadora Interactiva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interactivo de calculadora: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Menu que se repita hasta Salir (while True)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Opciones: Sumar, Restar, Multiplicar, Dividir, Historial, Salir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Sumar: pedir cuantos numeros, usar for para pedirlos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Otras operaciones: pedir 2 numeros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Guardar resultados en string "historial"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Historial: mostrar operaciones anteriores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Validar division por cero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break para salir
</a:t>
            </a:r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Combina: while True, for, range, break, if/elif/else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la Clase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condicion: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codigo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actualizar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54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var in secuencia: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codigo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aprendidas: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- salir del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- saltar iteracion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range(start, stop, step) - generar numeros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enumerate(seq, start) - indice + valor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True + break - patron menus/validacion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Proxima clase: Listas y Tuplas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6: Loops While y For</dc:title>
  <dc:subject>PptxGenJS Presentation</dc:subject>
  <dc:creator>Curso Python</dc:creator>
  <cp:lastModifiedBy>Curso Python</cp:lastModifiedBy>
  <cp:revision>1</cp:revision>
  <dcterms:created xsi:type="dcterms:W3CDTF">2026-01-19T16:55:26Z</dcterms:created>
  <dcterms:modified xsi:type="dcterms:W3CDTF">2026-01-19T16:55:26Z</dcterms:modified>
</cp:coreProperties>
</file>