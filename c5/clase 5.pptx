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5: Condicionales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Python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Hoy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finalizar esta clase podras: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que son los condicionales y para que sirven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if para ejecutar codigo bajo una condicion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if-else para tomar decisiones binarias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if-elif-else para multiples condiciones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condiciones con operadores logicos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condicionales anidados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errores comunes de sintaxis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son los Condicionales?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condicionales permiten que tu programa tome decisiones: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condicional evalua una condicion (True/False) y ejecuta codigo solo si se cumple.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la vida real: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841248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377440"/>
            <a:ext cx="73152" cy="10972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68880"/>
            <a:ext cx="8183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esta lloviendo: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llevar paraguas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usar lentes de sol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Python: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977640"/>
            <a:ext cx="73152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69080"/>
            <a:ext cx="8183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lluvia ==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print("Lleva paraguas")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print("Usa lentes de sol")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Sintaxis Basica: 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73152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183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condicion: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codigo que se ejecuta si condicion es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IMPORTANTE: debe estar indentado (4 espacios)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8412480" cy="502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indentacion (4 espacios o 1 tab) es OBLIGATORIA en Python.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926080"/>
            <a:ext cx="73152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8183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print("Eres mayor de edad")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print("Puedes votar")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print("Fin del programa")  # Siempre se ejecuta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Clave del 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PUNTOS 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Obligatorios al final de la linea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18:  # Correcto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365760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expected ":"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822960"/>
            <a:ext cx="393192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INDENTACION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espacios o 1 tab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554480"/>
            <a:ext cx="73152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6459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print("OK")  # 4 espacios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103120"/>
            <a:ext cx="365760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print("Error")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089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indenta automaticamente despues de escribir "if condicion:" y Enter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1: Numero Positivo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archivo llamado ejercicio1.py que: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Pida al usuario que ingrese un numero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numero es MAYOR que 0, muestre "El numero es positivo"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es mayor que 0, no muestre nada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60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Recuerda: input() devuelve texto. Usa int() para convertir a numero entero.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a completar: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429000"/>
            <a:ext cx="73152" cy="12801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20440"/>
            <a:ext cx="8183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Pedir numero al usuario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= _____(input("Ingresa un numero: "))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Verificar si es positivo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_____: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print("_____")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2: Edad para Votar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un archivo llamado ejercicio2.py que: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Pregunte al usuario su edad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 18 anos O MAS, muestre "Puedes votar"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tiene 18 o mas, tambien muestre "Ejerce tu derecho!"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60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Piensa: que operador usarias? &gt; o &gt;= ? Por que?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a completar: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84124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429000"/>
            <a:ext cx="73152" cy="1188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20440"/>
            <a:ext cx="8183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int(input("Cual es tu edad? "))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_____ 18: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print("_____")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print("_____")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if-else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necesitas ejecutar codigo diferente si la condicion NO se cumple: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8183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condicion: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Se ejecuta si condicion es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Se ejecuta si condicion es False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8412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697480"/>
            <a:ext cx="73152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88920"/>
            <a:ext cx="8183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15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print("Eres mayor de edad")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print("Eres menor de edad")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Eres menor de edad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else NO lleva condicion - se ejecuta cuando el if es False.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Flujo: if-else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0" y="731520"/>
            <a:ext cx="182880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3749040" y="822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1554480"/>
            <a:ext cx="2743200" cy="1097280"/>
          </a:xfrm>
          <a:prstGeom prst="diamond">
            <a:avLst/>
          </a:prstGeom>
          <a:solidFill>
            <a:srgbClr val="FFF9C4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3017520"/>
            <a:ext cx="2286000" cy="640080"/>
          </a:xfrm>
          <a:prstGeom prst="rect">
            <a:avLst/>
          </a:prstGeom>
          <a:solidFill>
            <a:srgbClr val="C8E6C9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Codigo if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(True)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3017520"/>
            <a:ext cx="228600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3108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Codigo else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(False)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4023360"/>
            <a:ext cx="182880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4114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8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3: Par o Impar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ejercicio3.py que determine si un numero es par o impar: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un numero al usuario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PAR, muestra "[numero] es PAR"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IMPAR, muestra "[numero] es IMPAR"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774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numero es PAR si al dividirlo entre 2 el residuo es 0. Usa % (modulo).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3246120"/>
            <a:ext cx="8412480" cy="1737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246120"/>
            <a:ext cx="73152" cy="17373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37560"/>
            <a:ext cx="8183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operador % (modulo) devuelve el residuo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8 % 2  # = 0 (par, divide exacto)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2  # = 1 (impar, sobra 1)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Estructura: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numero % 2 _____ _____: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es par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es impar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4: Mayor o Menor de Edad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ejercicio4.py con mensajes personalizados: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el nombre y la edad del usuario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mayor de edad: "Hola [nombre], eres mayor de edad" y "Puedes entrar"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menor: "Lo siento [nombre], eres menor" y "No puedes entrar"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60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f-strings para incluir variables: f"Hola {nombre}"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esperado (Juan, edad=15):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429000"/>
            <a:ext cx="73152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20440"/>
            <a:ext cx="8183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siento Juan, eres menor de edad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puedes entrar al sitio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if-elif-else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tienes MAS de dos opciones: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201168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2011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8183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condicion1: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Se ejecuta si condicion1 es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condicion2: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 condicion1 False Y condicion2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condicion3: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 anteriores False Y condicion3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 TODAS son False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74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 = "else if". Puedes tener tantos elif como necesites. El else es opcional.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5: Sistema de Calificaciones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ejercicio5.py que convierta notas a letras: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3200400" cy="201168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Letra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90-100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80-89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70-79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60-69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0-59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0" y="10515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40480" y="137160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la nota (0-100)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"Tu calificacion es: [letra]"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if-elif-else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329184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832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importa! Python evalua de arriba a abajo. Empieza por el numero MAS ALTO.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886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4160520"/>
            <a:ext cx="84124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4160520"/>
            <a:ext cx="73152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251960"/>
            <a:ext cx="8183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= int(input(...))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nota &gt;= _____: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nota &gt;= _____: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continua...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6: Categorias de Edad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ejercicio6.py que clasifique edades: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3657600" cy="21031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Edad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Categoria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valida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0-12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Nino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13-17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Adolescente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18-64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Adulto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65+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Adulto mayor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297680" y="10515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297680" y="13716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la edad al usuario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 segun la tabla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que no sea negativa!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338328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474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valida entradas del usuario! Edades negativas no tienen sentido.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Piensa: en que orden deberias evaluar las condiciones?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- 10 MINUTOS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Descansen y preparen VS Code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Logicos en Condicionales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multiples condiciones: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128016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Operador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Descripcion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Ambas deben ser True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edad &gt;= 18 and tiene_id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 menos una True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es_estudiante or es_jubilado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Invierte el valor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not esta_bloqueado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2560320"/>
            <a:ext cx="8412480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2560320"/>
            <a:ext cx="73152" cy="2194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651760"/>
            <a:ext cx="8183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Ejemplo con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tiene_licencia = True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 and tiene_licencia: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print("Puede conducir")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Ejemplo con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 = "sabado"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dia == "sabado" or dia == "domingo":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print("Es fin de semana!")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Verdad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(ambas True)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3657600" cy="164592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 and 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(al menos una True)</a:t>
            </a:r>
            <a:endParaRPr lang="en-US" sz="14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43000"/>
          <a:ext cx="3657600" cy="164592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 or 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(invierte)</a:t>
            </a:r>
            <a:endParaRPr lang="en-US" sz="1400" dirty="0"/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2743200" cy="10058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 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7: Verificar Rango de Edad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ejercicio7.py que verifique edad laboral (18-65):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la edad al usuario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esta entre 18 y 65 (inclusive): "Estas en edad laboral"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no: "No estas en edad laboral"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60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Necesitas verificar DOS condiciones: edad &gt;= 18 Y edad &lt;= 65. Usa "and".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 - Hay dos formas de hacerlo: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841248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429000"/>
            <a:ext cx="73152" cy="11887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20440"/>
            <a:ext cx="8183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 1: usando "and"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 and edad &lt;= 65: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 2: comparacion encadenada (pythonica)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18 &lt;= edad &lt;= 65: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8: Validar Credenciales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ejercicio8.py - sistema simple de login: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usuario correcto: "admin" y password: "1234"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usuario y password al usuario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AMBOS coinciden: "Bienvenido al sistema!"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alguno es incorrecto: "Credenciales incorrectas"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8346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Piensa: que operador necesitas si AMBAS condiciones deben cumplirse?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8412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703320"/>
            <a:ext cx="73152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94760"/>
            <a:ext cx="8183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USUARIO_CORRECTO = "admin"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PASSWORD_CORRECTO = "1234"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= input("Usuario: 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input("Password: 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usuario == _____ _____ password == _____: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login exitoso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credenciales incorrectas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Condicionales Anidados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if dentro de otro if: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2560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8183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tiene_cuenta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 = 20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tiene_cuenta: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print("Tienes cuenta")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edad &gt;= 18: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print("Y eres mayor de edad")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print("Acceso completo")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print("Pero eres menor")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print("Acceso limitado")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print("No tienes cuenta")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9776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anidar mas de 2-3 niveles. Codigo muy anidado es dificil de leer.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9: Calculadora Simple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ejercicio9.py - calculadora con 4 operaciones: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dos numeros al usuario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la operacion: +, -, *, /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resultado de la operacion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division, verifica que el divisor no sea 0!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operacion no es valida, muestra un error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260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float() para los numeros (pueden tener decimales). Valida division por cero!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749040"/>
            <a:ext cx="841248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749040"/>
            <a:ext cx="73152" cy="12801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840480"/>
            <a:ext cx="8183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operacion == "+":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 = num1 + num2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operacion == "-":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operacion == "/":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num2 != 0:  # Condicional ANIDADO!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dividir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error division por cero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10: Sistema de Descuentos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ejercicio10.py con las siguientes reglas: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4572000" cy="118872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Condicion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Descuento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Edad &lt; 18 O edad &gt;= 65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Compra &gt; $1000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10% adicional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21208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1208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Nino de 10 anos compra $1500: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Descuento edad: 20%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Descuento monto: 10%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Total: 30% descuento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246888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5603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descuentos se ACUMULAN. Usa dos if SEPARADOS (no elif).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3383280"/>
            <a:ext cx="84124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3383280"/>
            <a:ext cx="73152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474720"/>
            <a:ext cx="8183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descuento =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Primer if: descuento por edad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&lt; 18 _____ edad &gt;= 65: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descuento = 0.20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Segundo if (separado): descuento por monto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compra &gt; 1000: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descuento = descuento + 0.10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compra * (1 - descuento)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 con Condicionales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Olvidar los dos puntos 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      # Falta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SyntaxError: expected ":"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097280"/>
            <a:ext cx="42062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097280"/>
            <a:ext cx="73152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1887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edad &gt;= 18:     # Correcto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 indentacion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023360" cy="68580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print("Error")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IndentationError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42062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103120"/>
            <a:ext cx="73152" cy="685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945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print("OK")  # 4 espacios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= en lugar de ==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4023360" cy="54864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 5:  # = es asignacion!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SyntaxError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246120"/>
            <a:ext cx="420624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246120"/>
            <a:ext cx="73152" cy="5486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3375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== 5:  # == comparacion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Indentacion inconsistente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4023360" cy="685800"/>
          </a:xfrm>
          <a:prstGeom prst="rect">
            <a:avLst/>
          </a:prstGeom>
          <a:solidFill>
            <a:srgbClr val="FFEBEE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print("b")  # Mezcla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251960"/>
            <a:ext cx="42062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251960"/>
            <a:ext cx="73152" cy="685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34340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True: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print("b")  # 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Final: Juego de Adivinanza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 crear un juego donde el usuario adivina un numero!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genera un numero aleatorio entre 1 y 100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tiene UN intento para adivinar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Pistas: "Muy bajo", "Muy alto", "Muy cerca!" (diferencia &lt; 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adivina exacto: "Ganaste!"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2004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Usaremos: import random y random.randint(1, 100)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nuevos: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4069080"/>
            <a:ext cx="73152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60520"/>
            <a:ext cx="8183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                    # Importar modulo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random.randint(1, 100)           # Numero aleatorio 1-100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abs(numero)                      # Valor absoluto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Proyecto: Estructura del Juego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proyecto_adivinanza.py siguiendo estos pasos: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73152" cy="3749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8183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1: Importar random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2: Generar numero secreto (1-100)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numero_secreto = random._____(_____)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3: Pedir intento al usuario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print("Adivina el numero (1-100)")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intento = int(input("Tu intento: "))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4: Calcular diferencia (valor absoluto)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diferencia = abs(numero_secreto - intento)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5: Evaluar resultado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Si adivino exacto: "Ganaste!"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Si diferencia &lt; 5: "Muy cerca!"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Si intento &lt; numero: "Muy bajo!"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Si intento &gt; numero: "Muy alto!"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la Clase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256032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Estructura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Una condicion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 x &gt; 0: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if-else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Dos opciones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if/else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if-elif-else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Multiples opciones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if/elif/else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Ambas True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&gt; 0 and b &gt; 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 menos una True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 &gt; 0 or b &gt; 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Invertir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not vacio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86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566160"/>
            <a:ext cx="841248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657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Recuerda: Los DOS PUNTOS : y la INDENTACION (4 espacios) son obligatorios!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Proxima clase: Loops - While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5: Condicionales</dc:title>
  <dc:subject>PptxGenJS Presentation</dc:subject>
  <dc:creator>Curso Python</dc:creator>
  <cp:lastModifiedBy>Curso Python</cp:lastModifiedBy>
  <cp:revision>1</cp:revision>
  <dcterms:created xsi:type="dcterms:W3CDTF">2026-01-16T15:27:18Z</dcterms:created>
  <dcterms:modified xsi:type="dcterms:W3CDTF">2026-01-16T15:27:18Z</dcterms:modified>
</cp:coreProperties>
</file>