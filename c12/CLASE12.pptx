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hGx4/I44L91mejb1bFmPhOOhGC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89" name="Google Shape;8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457200" y="2286000"/>
            <a:ext cx="112773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Clase 12: </a:t>
            </a:r>
            <a:endParaRPr b="1" i="0" sz="4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 y Dict Comprehensions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457200" y="274320"/>
            <a:ext cx="11277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¿Por qué usar Comprehensions?</a:t>
            </a:r>
            <a:endParaRPr b="1" i="0" sz="3200" u="none" cap="none" strike="noStrike">
              <a:solidFill>
                <a:srgbClr val="2E86A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457200" y="1280155"/>
            <a:ext cx="11277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Código más limpio y pythonic</a:t>
            </a:r>
            <a:endParaRPr b="1" i="0" sz="3200" u="none" cap="none" strike="noStrike">
              <a:solidFill>
                <a:srgbClr val="2E86A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614850" y="2112025"/>
            <a:ext cx="3890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Crear lista de números al cuadrado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numeros = [1, 2, 3, 4, 5]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cuadrados = []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num in numeros: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cuadrados.append(num ** 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print(cuadrados)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[1, 4, 9, 16, 25]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6716125" y="2112025"/>
            <a:ext cx="5123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Crear lista de números al cuadrado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numeros = [1, 2, 3, 4, 5]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cuadrados = [num ** 2 for num in numeros]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print(cuadrados)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[1, 4, 9, 16, 25]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```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**[CAJA TIP - Fondo azul claro RGB(46,134,171) con 20% opacidad]**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```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VENTAJAS: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Más conciso (1 línea vs 3-4 líneas)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Más rápido (optimizado internamente)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Más "pythonic" (estilo Python profesional)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/>
        </p:nvSpPr>
        <p:spPr>
          <a:xfrm>
            <a:off x="457200" y="274320"/>
            <a:ext cx="11277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Sintaxis Básica de List Comprehensions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547975" y="1328425"/>
            <a:ext cx="7107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resultado = [expresión for elemento in iterable]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─────┬─────┘ └────┬────┘ └───┬───┘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Lo que hago          Variable      De dónde viene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756075" y="3090525"/>
            <a:ext cx="110835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1️⃣ expresión: La operación/transformación que quieres hacer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Ejemplos: x * 2, x.upper(), x ** 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2️⃣ for elemento: La variable temporal (como en un for normal)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Puedes llamarla como quieras: x, num, item, palabra, etc.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3️⃣ in iterable: La lista/tupla/rango que quieres recorrer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Ejemplos: numeros, nombres, range(10)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/>
        </p:nvSpPr>
        <p:spPr>
          <a:xfrm>
            <a:off x="457200" y="274320"/>
            <a:ext cx="11277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Práctica Guiada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274320" y="1005840"/>
            <a:ext cx="11612880" cy="475488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457200" y="1097280"/>
            <a:ext cx="11247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EJERCICIO 1: Lista de edades incrementadas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━━━━━━━━━━━━━━━━━━━━━━━━━━━━━━━━━━━━━━━━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Tienes: edades = [18, 22, 15, 30, 25]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Quieres: Una lista donde cada edad suma 1 año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📊 Slide #4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457200" y="3912830"/>
            <a:ext cx="11247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EJERCICIO 3: Primeras letras de palabras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━━━━━━━━━━━━━━━━━━━━━━━━━━━━━━━━━━━━━━━━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Tienes: palabras = ["python", "java", "javascript", "ruby"]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Quieres: Una lista con solo la primera letra de cada palabra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Pista: usa palabra[0]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472350" y="2351330"/>
            <a:ext cx="11247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EJERCICIO 2: Temperaturas en Fahrenheit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━━━━━━━━━━━━━━━━━━━━━━━━━━━━━━━━━━━━━━━━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Tienes: celsius = [0, 10, 20, 30, 40]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Fórmula: fahrenheit = (celsius * 9/5) + 32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Quieres: Lista con temperaturas en Fahrenheit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7175375" y="2056025"/>
            <a:ext cx="4544100" cy="106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7176125" y="2279525"/>
            <a:ext cx="454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RECUERDA LA ESTRUCTURA: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resultado = [expresión for elemento in iterable]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/>
        </p:nvSpPr>
        <p:spPr>
          <a:xfrm>
            <a:off x="457200" y="274320"/>
            <a:ext cx="11277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List Comprehensions con Filtros Agregando condiciones con IF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248375" y="1393675"/>
            <a:ext cx="11486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resultado = [expresión for elemento in iterable if condición]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└─────┬─────┘ └────┬────┘ └───┬───┘ └─────┬─────┘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Lo que hago                 Variable            De dónde          Solo si cumple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viene              esta condición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248375" y="2701375"/>
            <a:ext cx="53538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¿CÓMO FUNCIONA EL FILTRO?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El IF va al FINAL de la comprehension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Solo procesa los elementos que cumplan la condición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Es como agregar un "colador" - deja pasar solo lo que quieres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5809275" y="2701375"/>
            <a:ext cx="59253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Solo números pares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numeros = [1, 2, 3, 4, 5, 6, 7, 8, 9, 10]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pares = [num for num in numeros if num % 2 == 0]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print(pares)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[2, 4, 6, 8, 10]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/>
        </p:nvSpPr>
        <p:spPr>
          <a:xfrm>
            <a:off x="457200" y="274320"/>
            <a:ext cx="11277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Transformación condicional</a:t>
            </a:r>
            <a:endParaRPr b="1" i="0" sz="2800" u="none" cap="none" strike="noStrike">
              <a:solidFill>
                <a:srgbClr val="2E86A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303575" y="1255700"/>
            <a:ext cx="4843500" cy="103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344975" y="1448875"/>
            <a:ext cx="4981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al final = FILTRO (decide qué elementos entran)           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[num for num in lista if num &gt; 5]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989300" y="1255700"/>
            <a:ext cx="6001800" cy="103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6071475" y="1448875"/>
            <a:ext cx="591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IF-ELSE al principio = TRANSFORMACIÓN (decide qué hacer)  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[num * 2 if num &gt; 5 else num for num in lista]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303575" y="2777325"/>
            <a:ext cx="116874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resultado = [expresión_if if condición else expresión_else for elemento in iterable]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└──────┬──────┘ └────┬────┘                   └──────┬──────┘              └────┬────┘ └───┬───┘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Haz esto                    Si cumple                                  Si no cumple                               Variable             Origen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esto                                            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344975" y="4139650"/>
            <a:ext cx="11389500" cy="21249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344975" y="4125850"/>
            <a:ext cx="113895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Duplicar pares, dejar impares igual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numeros = [1, 2, 3, 4, 5, 6]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resultado = [num * 2 if num % 2 == 0 else num for num in numeros]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print(resultado)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[1,   4,  3,   8, 5,  12]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 ↑     ↑   ↑    ↑   ↑    ↑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 1  2×2  3 4×2 5  6×2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/>
          <p:nvPr/>
        </p:nvSpPr>
        <p:spPr>
          <a:xfrm>
            <a:off x="457200" y="274320"/>
            <a:ext cx="11277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Dict Comprehensions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457200" y="1169575"/>
            <a:ext cx="10712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resultado = {key: value for elemento in iterable}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└───┬───┘ └────┬────┘       └───┬───┘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Clave: Valor           Variable                    Origen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3942750" y="2526825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DIFERENCIAS CON LIST COMPREHENSIONS: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1608175" y="3070150"/>
            <a:ext cx="8399700" cy="27834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1794250" y="3206125"/>
            <a:ext cx="83067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List comprehension:  [valor for item in lista]             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↑                                      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Corchetes []                              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Dict comprehension:  {key: value for item in lista}        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↑              ↑                           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Llaves {}   key: value                    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 txBox="1"/>
          <p:nvPr/>
        </p:nvSpPr>
        <p:spPr>
          <a:xfrm>
            <a:off x="457200" y="274320"/>
            <a:ext cx="11277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Set Comprehensions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611750" y="1126900"/>
            <a:ext cx="68901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resultado = {expresión for elemento in iterable}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└────┬────┘         └────┬────┘      └───┬───┘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Qué quiero                     Variable                     Origen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611750" y="2166900"/>
            <a:ext cx="112773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¿CUÁNDO USAR SET COMPREHENSIONS?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Cuando necesitas ELIMINAR DUPLICADOS automáticamente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Cuando el orden NO importa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Cuando quieres operaciones de conjuntos (unión, intersección)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835250" y="4330525"/>
            <a:ext cx="7099500" cy="18030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1835225" y="4314425"/>
            <a:ext cx="71316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Eliminar duplicados de una lista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numeros = [1, 2, 2, 3, 3, 3, 4, 4, 5]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unicos = {num for num in numeros}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print(unicos)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{1, 2, 3, 4, 5}  ← Sin duplicados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 txBox="1"/>
          <p:nvPr/>
        </p:nvSpPr>
        <p:spPr>
          <a:xfrm>
            <a:off x="457200" y="274320"/>
            <a:ext cx="11277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¿Cuándo NO usar Comprehensions?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2014938" y="1030300"/>
            <a:ext cx="8178000" cy="61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 txBox="1"/>
          <p:nvPr/>
        </p:nvSpPr>
        <p:spPr>
          <a:xfrm>
            <a:off x="1998738" y="1120600"/>
            <a:ext cx="819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⚠️ REGLA DE ORO: Si no cabe en UNA línea legible, usa un loop tradicional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354175" y="2044525"/>
            <a:ext cx="5843700" cy="2401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 txBox="1"/>
          <p:nvPr/>
        </p:nvSpPr>
        <p:spPr>
          <a:xfrm>
            <a:off x="457200" y="2173275"/>
            <a:ext cx="57408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MAL: Comprehensions demasiado complejas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Ejemplo 1: Demasiado anidado - EVITAR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matriz = [[1, 2, 3], [4, 5, 6], [7, 8, 9]]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resultado = [num * 2 for fila in matriz for num in fila if num % 2 == 0]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¿Qué hace esto? Difícil de leer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5763300" y="3992450"/>
            <a:ext cx="5740800" cy="24792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 txBox="1"/>
          <p:nvPr/>
        </p:nvSpPr>
        <p:spPr>
          <a:xfrm>
            <a:off x="5908175" y="3928050"/>
            <a:ext cx="60048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mejorado: Loop tradicional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matriz = [[1, 2, 3], [4, 5, 6], [7, 8, 9]]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resultado = []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fila in matriz: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for num in fila: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if num % 2 == 0: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resultado.append(num * 2)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Más líneas, pero MUCHO más claro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 txBox="1"/>
          <p:nvPr/>
        </p:nvSpPr>
        <p:spPr>
          <a:xfrm>
            <a:off x="457200" y="274320"/>
            <a:ext cx="11277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Ejercicios Prácticos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274325" y="1005852"/>
            <a:ext cx="11613000" cy="572520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526813" y="1998800"/>
            <a:ext cx="62397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EJERCICIO 1: Análisis de productos 🛒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━━━━━━━━━━━━━━━━━━━━━━━━━━━━━━━━━━━━━━━━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productos = [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{"nombre": "laptop", "precio": 800},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{"nombre": "mouse", "precio": 25},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{"nombre": "teclado", "precio": 50},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{"nombre": "monitor", "precio": 300}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Crea una LISTA con solo los nombres de productos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Crea un DICCIONARIO: {nombre: precio} 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Crea una LISTA con precios aumentados 15%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Crea un DICCIONARIO solo con productos caros (precio &gt; 100)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6444538" y="1952600"/>
            <a:ext cx="51903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EJERCICIO 2: Procesamiento de emails 📧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━━━━━━━━━━━━━━━━━━━━━━━━━━━━━━━━━━━━━━━━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emails = [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"JUAN@GMAIL.COM",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"maria@outlook.com",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"PEDRO@YAHOO.COM",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"ana@hotmail.com"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Convierte todos los emails a MINÚSCULAS (lista)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Extrae solo los DOMINIOS (lo que viene después de @)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Cuenta cuántos emails hay de cada dominio (diccionario)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 txBox="1"/>
          <p:nvPr/>
        </p:nvSpPr>
        <p:spPr>
          <a:xfrm>
            <a:off x="457200" y="274320"/>
            <a:ext cx="11277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Generator Expressions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 txBox="1"/>
          <p:nvPr/>
        </p:nvSpPr>
        <p:spPr>
          <a:xfrm>
            <a:off x="563450" y="1014200"/>
            <a:ext cx="100455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PROBLEMA: Listas muy grandes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Imagina esto: procesar 10 MILLONES de números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numeros = range(10_000_000)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Con LIST comprehension: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cuadrados = [num ** 2 for num in numeros]  # ❌ Crea lista COMPLETA en memoria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Ocupa ~400 MB de RAM!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Con GENERATOR expression: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cuadrados = (num ** 2 for num in numeros)  # ✅ Genera números uno por uno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Ocupa solo ~100 bytes de RAM!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"/>
          <p:cNvSpPr txBox="1"/>
          <p:nvPr/>
        </p:nvSpPr>
        <p:spPr>
          <a:xfrm>
            <a:off x="457200" y="274320"/>
            <a:ext cx="11277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Listas vs Generators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413050" y="905888"/>
            <a:ext cx="5393100" cy="294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 txBox="1"/>
          <p:nvPr/>
        </p:nvSpPr>
        <p:spPr>
          <a:xfrm>
            <a:off x="630400" y="1014200"/>
            <a:ext cx="49584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LISTAS [ ]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Ventajas: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Puedes acceder por índice: lista[5]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Puedes recorrer múltiples veces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Funciona con len(), min(), max()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Puedes hacer slicing: lista[2:5]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Desventaja: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Ocupan mucha memoria con datos grandes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6022875" y="905875"/>
            <a:ext cx="5393100" cy="294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6667375" y="1014200"/>
            <a:ext cx="48939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GENERATORS ( 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Ventajas: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Ahorran MUCHA memoria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Ideales para archivos grandes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Desventajas: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NO puedes acceder por índice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Solo puedes recorrer UNA vez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NO funciona len() directamente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3332425" y="4040750"/>
            <a:ext cx="85161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¿CUÁL USAR?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 LISTA cuando: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Necesites acceder a elementos específicos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Vayas a recorrer los datos varias veces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Cantidad de datos pequeña/media (&lt; 100,000)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 GENERATOR cuando: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Proceses archivos grandes (millones de líneas)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Solo necesites recorrer UNA vez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Quieras ahorrar memoria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"/>
          <p:cNvSpPr txBox="1"/>
          <p:nvPr/>
        </p:nvSpPr>
        <p:spPr>
          <a:xfrm>
            <a:off x="457200" y="274320"/>
            <a:ext cx="11277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Práctica con Generators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274325" y="1005852"/>
            <a:ext cx="11613000" cy="560790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4"/>
          <p:cNvSpPr txBox="1"/>
          <p:nvPr/>
        </p:nvSpPr>
        <p:spPr>
          <a:xfrm>
            <a:off x="547350" y="1320100"/>
            <a:ext cx="5135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EJERCICIO 1: Números grandes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Con lista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cuadrados = [x ** 2 for x in range(1_000_000)]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Convierte a generator: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4"/>
          <p:cNvSpPr txBox="1"/>
          <p:nvPr/>
        </p:nvSpPr>
        <p:spPr>
          <a:xfrm>
            <a:off x="547350" y="2978650"/>
            <a:ext cx="6126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EJERCICIO 2: Procesar archivo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Con lista (carga todo)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open('datos.txt') as f: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lineas = [linea.strip().upper() for linea in f]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Convierte a generator: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4"/>
          <p:cNvSpPr txBox="1"/>
          <p:nvPr/>
        </p:nvSpPr>
        <p:spPr>
          <a:xfrm>
            <a:off x="627850" y="4732975"/>
            <a:ext cx="5505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EJERCICIO 3: Filtrar y transformar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Con lista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pares_dobles = [x * 2 for x in range(100) if x % 2 == 0]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Convierte a generator: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"/>
          <p:cNvSpPr txBox="1"/>
          <p:nvPr/>
        </p:nvSpPr>
        <p:spPr>
          <a:xfrm>
            <a:off x="457200" y="274320"/>
            <a:ext cx="11277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Resumen: List &amp; Dict Comprehensions + Generators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5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5"/>
          <p:cNvSpPr txBox="1"/>
          <p:nvPr/>
        </p:nvSpPr>
        <p:spPr>
          <a:xfrm>
            <a:off x="457200" y="1336175"/>
            <a:ext cx="112773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List Comprehensions [ ]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Dict Comprehensions { key: value }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Set Comprehensions { valor }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Generator Expressions ( 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Buenas Prácticas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