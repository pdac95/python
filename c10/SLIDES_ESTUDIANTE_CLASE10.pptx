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Clase 10: Programación Funcional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Lambda, Map, Filter, Reduce y Zip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F2FD"/>
                </a:solidFill>
              </a:rPr>
              <a:t>Curso de Python - Duración: 2 horas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Objetivos de la Clase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</a:rPr>
              <a:t>Al finalizar esta clase podrás: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Entender qué es la programación funcional y sus ventajas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Crear y usar funciones lambda (anónimas)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Aplicar map() para transformar datos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Usar filter() para filtrar elementos por condición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Utilizar reduce() para cálculos acumulativos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Combinar múltiples iterables con zip()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Encadenar operaciones funcionales para procesamiento de datos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¿Qué es Programación Funcional?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Paradigma de Programación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La programación funcional trata la computación como evaluación de funciones matemáticas.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Se enfoca en QUÉ hacer, no en CÓMO hacerlo paso a paso.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82296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Imperativo (lo que conocemos)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Decimos paso a paso qué hacer: crear lista, iterar, agregar...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393192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Funcional (nuevo enfoque)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Describimos la transformación: "aplica esta función a cada elemento"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Ventajas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Código más conciso y legible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Menos errores (sin variables mutables)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Más fácil de probar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Mejor para procesar datos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Código más elegante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En Python usaremos: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3383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lambda - funciones anónimas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map() - transformar datos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filter() - filtrar datos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343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reduce() - acumular valores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Lambda: Funciones Anónimas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Una función lambda es una función pequeña y anónima (sin nombre) definida en una sola línea.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argumentos: expresión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Comparación: def vs lambda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Función tradicional con def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duplicar(x):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* 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Equivalente con lambda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duplicar = lambda x: x * 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Ambas funcionan igual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print(duplicar(5))  # 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Características clave: Una sola línea, sin return explícito, sin nombre (a menos que la asignes).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Ejemplos de Lambda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Lambda con un argumento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Elevar al cuadrado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cuadrado = lambda x: x **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print(cuadrado(4))  # 16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si es par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es_par = lambda n: n % 2 ==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print(es_par(7))  # False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Lambda con múltiples argumentos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41148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Suma de dos números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 = lambda a, b: a +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print(suma(3, 5))  # 8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Calcular porcentaje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porcentaje = lambda v, p: v * p /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print(porcentaje(200, 15))  # 30.0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¿Cuándo usar lambda?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11887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34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Usa lambda cuando: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La función es simple (una expresión)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Se usa una sola vez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Se pasa como argumento a otra función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468880"/>
            <a:ext cx="411480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14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Usa def cuando: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Necesitas múltiples líneas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La función es compleja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Necesitas documentación (docstring)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La reutilizarás muchas veces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El poder de lambda está en combinarlo con map(), filter() y otras funciones de orden superior.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Ejercicio 1: Lambda Básico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Calculadora de Área de Círculo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Crea una función lambda que calcule el área de un círculo dado su radio.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Fórmula: área = π × r²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Prueba tu lambda con los radios: 1, 2.5, 5,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Pistas: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73736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Necesitarás importar pi de math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 import pi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Estructura de tu lambda: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area_circulo = lambda ____: ____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Prueba con: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print(f"Radio 1: {area_circulo(1):.2f}")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print(f"Radio 2.5: {area_circulo(2.5):.2f}")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print(f"Radio 5: {area_circulo(5):.2f}")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Tiempo: 5 minutos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map(): Transformar Datos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map() aplica una función a cada elemento de un iterable y retorna un nuevo iterable con los resultados.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map(función, iterable)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Ejemplo básico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numeros = [1, 2, 3, 4, 5]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 función normal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duplicar(x):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*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map(duplicar, numeros)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print(list(resultado))  # [2, 4, 6, 8, 10]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 lambda (más conciso)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list(map(lambda x: x * 2, numeros))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print(resultado)  # [2, 4, 6, 8, 10]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Importante: map() retorna un objeto map, necesitas convertirlo a list() para ver los resultados.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map() vs for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Forma tradicional (for loop)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576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numeros = [1, 2, 3, 4, 5]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cuadrados = []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numeros: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cuadrados.append(n ** 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print(cuadrados)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4, 9, 16, 25]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 líneas de código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Variable intermedia (cuadrados)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Mutación de lista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828800"/>
            <a:ext cx="91440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VS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Forma funcional (map)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20640" y="1234440"/>
            <a:ext cx="36576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3258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numeros = [1, 2, 3, 4, 5]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cuadrados = list(map(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x: x ** 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numeros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print(cuadrados)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4, 9, 16, 25]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2880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 expresión (más conciso)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Sin variable temporal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Sin mutación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map() con Múltiples Iterables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map() puede recibir múltiples iterables. La función lambda debe tener tantos parámetros como iterables.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Sumar dos listas elemento por elemento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lista1 = [1, 2, 3, 4]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lista2 = [10, 20, 30, 40]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sumas = list(map(lambda a, b: a + b, lista1, lista2))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print(sumas)  # [11, 22, 33, 44]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889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Calcular promedio de tres listas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notas1 = [85, 90, 78]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notas2 = [88, 92, 80]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notas3 = [90, 85, 82]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promedios = list(map(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a, b, c: (a + b + c) / 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notas1, notas2, notas3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print(promedios)  # [87.67, 89.0, 80.0]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Nota importante: Si las listas tienen diferente longitud, map() se detiene en la más corta.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Ejercicio 2: Procesador de Ventas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Procesamiento de datos de ventas con map + lambda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Tienes una lista de ventas. Debes procesarlas usando SOLO map y lambda (sin loops).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Datos de entrada: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ventas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{"producto": "Laptop", "precio": 800, "cantidad": 2},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{"producto": "Mouse", "precio": 25, "cantidad": 10},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{"producto": "Teclado", "precio": 45, "cantidad": 5},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{"producto": "Monitor", "precio": 300, "cantidad": 3}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Tareas: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1. Crear función procesar_ventas(ventas, tasa_cambio, impuesto=0.15) que: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- Calcule subtotal (precio × cantidad) para cada venta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- Aplique impuesto al subtotal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80390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- Convierta el total a otra moneda (multiplicar por tasa_cambio)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050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- Retorne lista de dicts con: producto, subtotal, total_con_impuesto, total_convertido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2. Todo usando map + lambda, SIN loops for/while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Tiempo: 15 minutos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BREAK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3F2FD"/>
                </a:solidFill>
              </a:rPr>
              <a:t>10 minutos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Regresamos para: filter(), reduce() y zip()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filter(): Filtrar Elementos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filter() selecciona elementos de un iterable que cumplen una condición (retornan True).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filter(función_condición, iterable)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La función debe retornar True o False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Filtrar números pares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numeros = [1, 2, 3, 4, 5, 6, 7, 8, 9, 10]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pares = list(filter(lambda x: x % 2 == 0, numeros))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print(pares)  # [2, 4, 6, 8, 10]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Filtrar palabras largas (más de 5 letras)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palabras = ["hola", "programación", "python", "sol", "desarrollo"]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largas = list(filter(lambda p: len(p) &gt; 5, palabras))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print(largas)  # ["programación", "python", "desarrollo"]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Importante: filter() también retorna un objeto filter, necesitas list() para ver los resultados.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filter() vs for + if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Forma tradicional (for + if)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5760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 =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{"nombre": "A", "precio": 50},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{"nombre": "B", "precio": 150},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{"nombre": "C", "precio": 80}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Productos caros (&gt;100)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caros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 in productos: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p["precio"] &gt; 100: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caros.append(p)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print(caros)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5 líneas de lógica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Lista temporal + mutación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828800"/>
            <a:ext cx="91440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VS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Forma funcional (filter)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20640" y="1234440"/>
            <a:ext cx="365760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32588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 =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{"nombre": "A", "precio": 50},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{"nombre": "B", "precio": 150},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{"nombre": "C", "precio": 80}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Productos caros (&gt;100)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caros = list(filter(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p: p["precio"] &gt; 100,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print(caros)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 expresión clara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Describe QUÉ queremos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reduce(): Reducir a un Valor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reduce() aplica una función acumulativa a los elementos, reduciendo el iterable a un solo valor.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Importante: Necesita importarse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4173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reduce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reduce(función, iterable)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La función recibe 2 argumentos: acumulador y elemento actual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Ejemplo: Sumar todos los números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918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reduce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numeros = [1, 2, 3, 4, 5]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reduce(lambda acumulador, elemento: operación, lista)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 = reduce(lambda acc, x: acc + x, numeros)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print(suma)  # 15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a paso: 1+2=3, 3+3=6, 6+4=10, 10+5=15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Más Ejemplos de reduce()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Encontrar el máximo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reduce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numeros = [45, 12, 89, 34, 67]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maximo = reduce(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a, b: a if a &gt; b else b,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numeros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print(maximo)  # 89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Multiplicar todos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14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numeros = [1, 2, 3, 4, 5]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 = reduce(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a, b: a * b,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numeros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print(producto)  # 120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Con valor inicial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8016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reduce(func, iter, inicial)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numeros = [1, 2, 3]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 = reduce(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a, b: a + b,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numeros,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100  # valor inicial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print(suma)  # 106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100+1=101, 101+2=103, 103+3=106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41148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651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Equivalencias útiles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8803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reduce(+) equivale a sum()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reduce(max) equivale a max()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reduce(min) equivale a min()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Pero reduce permite operaciones personalizadas.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Combinando map + filter + reduce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El poder real de la programación funcional está en encadenar operaciones como un pipeline.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Ejemplo: Procesar lista de números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Objetivo: Filtrar pares → Elevar al cuadrado → Sumar todos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reduce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numeros = [1, 2, 3, 4, 5, 6, 7, 8, 9, 10]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1: Filtrar pares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pares = filter(lambda x: x % 2 == 0, numeros)  # 2, 4, 6, 8, 10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2: Elevar al cuadrado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cuadrados = map(lambda x: x ** 2, pares)  # 4, 16, 36, 64, 100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3: Sumar todos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reduce(lambda a, b: a + b, cuadrados)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print(total)  # 220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Pipeline de datos: Datos → filter (seleccionar) → map (transformar) → reduce (agregar) → Resultado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zip(): Combinar Iterables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zip() combina múltiples iterables en tuplas, emparejando elementos por posición.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zip(iterable1, iterable2, ...)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Ejemplo básico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nombres = ["Ana", "Luis", "María"]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edades = [25, 30, 28]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combinados = list(zip(nombres, edades))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print(combinados)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[("Ana", 25), ("Luis", 30), ("María", 28)]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Iterar sobre los pares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nombre, edad in zip(nombres, edades):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print(f"{nombre} tiene {edad} años")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Importante: Si las listas tienen diferente longitud, zip() se detiene en la más corta.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zip() Avanzado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zip con múltiples listas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nombres = ["Ana", "Luis", "María"]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notas1 = [85, 90, 78]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notas2 = [88, 92, 80]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notas3 = [90, 85, 82]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n, n1, n2, n3 in zip(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nombres, notas1, notas2, notas3):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 = (n1 + n2 + n3) /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print(f"{n}: {prom:.1f}")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Crear diccionarios con zip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4114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claves = ["a", "b", "c"]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 = [1, 2, 3]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diccionario = dict(zip(claves, valores))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print(diccionario)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{"a": 1, "b": 2, "c": 3}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enumerate vs zip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34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enumerate()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Cuando necesitas índice + una lista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for i, x in enumerate(lista):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4114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659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zip()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Cuando necesitas combinar 2+ listas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for a, b in zip(lista1, lista2):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697480"/>
            <a:ext cx="41148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7889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Combinando ambos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nombres = ["Ana", "Luis"]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edades = [25, 30]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(n, e) in enumerate(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zip(nombres, edades)):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print(f"{i}: {n} - {e}")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Ejercicio 3: Análisis de Calificaciones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Sistema de análisis con map, filter, reduce y zip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Procesar calificaciones de estudiantes usando SOLO funciones de alto orden (sin loops).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Datos de entrada: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nombres = ["Ana", "Luis", "María", "Carlos", "Elena"]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parcial1 = [85, 60, 92, 45, 78]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parcial2 = [88, 55, 95, 50, 82]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Funciones a crear: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1. procesar_calificaciones(nombres, p1, p2, calif_minima=70)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- Usar zip() para combinar nombre, p1, p2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- Usar map() para calcular promedio de cada estudiante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- Usar filter() para obtener solo aprobados (promedio &gt;= calif_minima)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- Retornar dict: {nombre: promedio} solo de aprobados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2. estadisticas(nombres, p1, p2)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- Usar reduce() para calcular promedio general de p1 y p2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- Encontrar mejor estudiante (mayor promedio)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- Retornar dict con estadísticas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Tiempo: 15 minutos | Restricción: NO usar for/while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Cuándo NO Usar Programación Funcional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21031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Usa programación funcional cuando: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Transformas datos simples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Filtras por condiciones claras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Reduces a un valor único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El código queda más legible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Procesas colecciones de datos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246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Regla de oro: Si el código funcional es más claro que un loop, úsalo.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14800" cy="210312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Usa loops tradicionales cuando: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La lógica es muy compleja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664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Necesitas múltiples operaciones por elemento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956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El código funcional es difícil de leer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249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Necesitas break/continue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Encadenas demasiadas operaciones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246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Balance: La legibilidad es más importante que la elegancia.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Un for loop claro es mejor que un map() confuso.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Errores Comunes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1. Olvidar convertir a lista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95528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MAL: map/filter retornan objetos, no listas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map(lambda x: x*2, [1,2,3])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print(resultado)  # &lt;map object at 0x...&gt;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BIEN: Convertir a lista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list(map(lambda x: x*2, [1,2,3]))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2. Olvidar importar reduce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795528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MAL: reduce no está disponible por defecto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reduce(lambda a,b: a+b, [1,2,3])  # NameError!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BIEN: Importar primero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reduce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88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3. Lambda con múltiples líneas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7955280" cy="182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90672"/>
            <a:ext cx="7772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MAL: Lambda debe ser una expresión | BIEN: Si necesitas múltiples líneas, usa def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Tabla Comparativa: map vs filter vs reduce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2801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Función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¿Qué hace?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Salida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map()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Transforma cada elemento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Lista de N elementos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Lista de N elementos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filter()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Selecciona elementos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Lista de N elementos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Lista de 0 a N elementos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reduce()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Reduce a un valor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Lista de N elementos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 solo valor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Cuándo usar cada una:</a:t>
            </a:r>
            <a:endParaRPr lang="en-US" sz="16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Necesito...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Usar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Ejemplo real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Convertir/transformar datos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map()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Convertir precios de USD a EUR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Quedarte solo con algunos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filter()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Solo productos en stock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Calcular un total/resumen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reduce()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Suma total de ventas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Combinar varias listas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zip()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Unir nombres con edades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Proyecto Final: Sistema de Análisis de Ventas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Crear un sistema completo de análisis de ventas usando programación funcional.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Datos de entrada: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transacciones = [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1, "producto": "Laptop", "precio": 800, "cantidad": 2, "categoria": "Tech", "descuento": 0.1},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2, "producto": "Mouse", "precio": 25, "cantidad": 10, "categoria": "Tech", "descuento": 0},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3, "producto": "Escritorio", "precio": 200, "cantidad": 3, "categoria": "Muebles", "descuento": 0.15},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4, "producto": "Silla", "precio": 150, "cantidad": -1, "categoria": "Muebles", "descuento": 0},  # inválido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5, "producto": "Monitor", "precio": 300, "cantidad": 4, "categoria": "Tech", "descuento": 0.05},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Funciones requeridas: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1. limpiar_datos(trans) - filter: eliminar cantidad &lt;= 0 o precio &lt;= 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4107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2. calcular_totales(trans) - map: agregar subtotal y total (con descuento)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3. filtrar_categoria(trans, cat) - filter: solo de esa categoría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9227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4. top_productos(trans, n=3) - reduce + dict: top N por total vendido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788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5. reporte_completo(trans) - combina todas: total_ventas, promedio, top productos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Resumen de la Clase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Lo que aprendimos: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lambda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Funciones anónimas de una línea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11480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map()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Aplicar función a todos los elementos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11480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14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filter()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Filtrar elementos por condición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reduce()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Reducir a un solo valor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411480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03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zip()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Combinar múltiples iterables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Recuerda: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1280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map/filter/zip retornan objetos - usa list()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reduce necesita: from functools import reduce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Lambda es para funciones simples de una línea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240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Prioriza legibilidad sobre elegancia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651760"/>
            <a:ext cx="411480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6974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Próxima clase: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2926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Clase 11: List y Dict Comprehensions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Una forma aún más concisa de crear listas y diccionarios.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10: Programación Funcional - Estudiante</dc:title>
  <dc:subject>PptxGenJS Presentation</dc:subject>
  <dc:creator>Curso de Python</dc:creator>
  <cp:lastModifiedBy>Curso de Python</cp:lastModifiedBy>
  <cp:revision>1</cp:revision>
  <dcterms:created xsi:type="dcterms:W3CDTF">2026-01-28T14:06:29Z</dcterms:created>
  <dcterms:modified xsi:type="dcterms:W3CDTF">2026-01-28T14:06:29Z</dcterms:modified>
</cp:coreProperties>
</file>