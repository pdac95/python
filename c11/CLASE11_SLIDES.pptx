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geFJ9c3GjS/cLRqdLhQ3b3ENgH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Clase 11: Proyecto Integrador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 de Gestión de Tareas con Funciones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🎯 Objetivos de la Clase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Aplicar funciones con parámetros por defecto en un proyecto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Usar *args y **kwargs en contexto práctico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Implementar filter(), map() y lambda para procesar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Organizar código en múltiples archivos (módulos)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Construir un sistema completo: TODO List funcional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📊 Slide #2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📋 El Proyecto: Sistema de Tareas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Agregar tareas con prioridad y categoría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Marcar tareas como completadas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Filtrar por estado, prioridad o categoría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Calcular estadísticas con programación funcional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Generar reportes personalizados con *args/**kwargs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📊 Slide #3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📦 Estructura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74320" y="1005840"/>
            <a:ext cx="11612880" cy="475488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Estructura de una tarea (diccionario)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tarea = {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"id": 1,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"titulo": "Estudiar Python",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"descripcion": "Repasar funciones y módulos",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"prioridad": "alta",      # "alta", "media", "baja"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"categoria": "estudio",   # "trabajo", "personal", "estudio", etc.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"completada": False,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"fecha_creacion": "2025-01-30"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Lista de tareas (nuestra "base de datos")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tareas = [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{"id": 1, "titulo": "Estudiar Python", "prioridad": "alta", ...},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{"id": 2, "titulo": "Comprar leche", "prioridad": "baja", ...},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{"id": 3, "titulo": "Reunión trabajo", "prioridad": "media", ...}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📊 Slide #4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📁 Archivos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tareas.py → Funciones principales (agregar, buscar, completar, estadísticas)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datos_prueba.py → Lista de tareas de ejemplo para testing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main.py → Menú interactivo y programa principal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Beneficios de separar en archivos: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 • Código más organizado y mantenible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 • Funciones reutilizables en otros proyectos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 • Más fácil trabajar en equipo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📊 Slide #5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⚙️ Función agregar_tarea()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274320" y="1005840"/>
            <a:ext cx="11612880" cy="475488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457200" y="1097200"/>
            <a:ext cx="112470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Crear una función que agregue tareas a la lista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 MISIÓN: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Recibe: lista de tareas, titulo (obligatorio), descripcion, prioridad, categoria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Valida que prioridad sea "alta", "media" o "baja"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Genera un ID único (usar max de los IDs existentes + 1)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Crea el diccionario con todos los campos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Agrega a la lista y retorna la tarea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PISTAS: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Para el ID: max([t["id"] for t in tareas], default=0) + 1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Para validar: if prioridad not in [...]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Recuerda importar: from datetime import date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📊 Slide #6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🔍 Función buscar_tareas()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274320" y="1005840"/>
            <a:ext cx="11612880" cy="475488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457200" y="1097280"/>
            <a:ext cx="112470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OBJETIVO: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Buscar tareas que coincidan con filtros opcionales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TU MISIÓN: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✓ Recibe: lista de tareas, **filtros (prioridad, categoria, completada)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✓ Filtra tareas que cumplan TODOS los criterios dados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✓ Si no se pasa ningún filtro, retorna todas las tareas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✓ Usa filter() y lambda (Clase 10)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✓ Retorna: lista de tareas que coinciden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PISTAS: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💡 **filtros captura argumentos como dict: {"prioridad": "alta"}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💡 Verifica si el filtro existe: if "prioridad" in filtros: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💡 Usa filter: list(filter(lambda t: condición, tareas))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💡 Puedes encadenar filtros aplicando uno sobre el resultado del anterior</a:t>
            </a:r>
            <a:endParaRPr b="0" i="0" sz="19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📊 Slide #7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/>
        </p:nvSpPr>
        <p:spPr>
          <a:xfrm>
            <a:off x="457200" y="274320"/>
            <a:ext cx="1127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✏️ marcar_completada()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274325" y="1005862"/>
            <a:ext cx="11613000" cy="4980300"/>
          </a:xfrm>
          <a:prstGeom prst="rect">
            <a:avLst/>
          </a:prstGeom>
          <a:solidFill>
            <a:srgbClr val="E3F2FD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457325" y="1027805"/>
            <a:ext cx="112470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TU MISIÓN: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Crear la función marcar_completada(tareas, tarea_id) que: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Busque una tarea por su ID en la lista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Cambie su campo 'completada' a True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Retorne True si encontró la tarea, False si no existe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BASE: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 marcar_completada(tareas, tarea_id):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# Tu código aquí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PISTAS: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 Recorre la lista con for tarea in tareas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 Compara tarea["id"] con tarea_id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 Cuando encuentres: tarea["completada"] = True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 No olvides retornar True/False según corresponda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📊 Slide #8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457200" y="2286000"/>
            <a:ext cx="1127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BREAK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📊 Estadísticas con Programación Funcional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274325" y="1005852"/>
            <a:ext cx="11613000" cy="558750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 txBox="1"/>
          <p:nvPr/>
        </p:nvSpPr>
        <p:spPr>
          <a:xfrm>
            <a:off x="457200" y="1097275"/>
            <a:ext cx="11247000" cy="56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TU MISIÓN: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Crear 3 funciones de estadísticas usando filter(), map() y lambda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FUNCIONES A CREAR: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1️⃣ total_por_prioridad(tareas)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• Retorna dict: {"alta": n, "media": n, "baja": n}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• Cuenta cuántas tareas hay de cada prioridad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• Usa filter() con lambda para cada nivel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2️⃣ porcentaje_completadas(tareas)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• Retorna float: porcentaje con 1 decimal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• Calcula: (completadas / total) * 100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• Usa filter() para contar completadas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• ⚠️ Si no hay tareas, retornar 0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3️⃣ tareas_por_categoria(tareas)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• Retorna dict: {categoria: [lista de tareas]}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• Agrupa tareas por su categoría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• Usa map() + set() para categorías únicas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• Usa dict comprehension para agrupar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6779400" y="3839200"/>
            <a:ext cx="4924800" cy="205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 txBox="1"/>
          <p:nvPr/>
        </p:nvSpPr>
        <p:spPr>
          <a:xfrm>
            <a:off x="6779400" y="4035700"/>
            <a:ext cx="4924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PISTAS: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💡 filter() + len() para contar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💡 lambda t: t["campo"] para extraer campos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💡 set(map(...)) para valores únicos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💡 {k: v for k in ...} dict comprehension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📝 Función generar_reporte() con *args y **kwargs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274325" y="1005852"/>
            <a:ext cx="11613000" cy="572520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457200" y="1097280"/>
            <a:ext cx="112470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TU MISIÓN: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Crear una función flexible que genere reportes personalizados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FIRMA DE LA FUNCIÓN: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def generar_reporte(tareas, *categorias, formato="texto", **opciones):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PARÁMETROS: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 tareas - Lista de tareas (obligatorio)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 *categorias - Categorías a incluir (opcional, múltiples)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 formato - "texto" o "lista" (default: "texto")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 **opciones - incluir_completadas, mostrar_prioridad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COMPORTAMIENTO: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1. Si se pasan categorías → filtrar solo esas categorías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2. Si opciones["incluir_completadas"]=False → excluir completadas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3. Si formato="texto" → retornar string con "- titulo"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4. Si formato="lista" → retornar ["titulo1", "titulo2", ...]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5. Si opciones["mostrar_prioridad"]=True → agregar [prioridad]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EJEMPLOS DE USO: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generar_reporte(tareas)  # Todas las tareas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generar_reporte(tareas, "trabajo", "estudio")  # 2 categorías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generar_reporte(tareas, formato="lista")  # Como lista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generar_reporte(tareas, incluir_completadas=False)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8424950" y="3011825"/>
            <a:ext cx="2991600" cy="175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8424950" y="3067525"/>
            <a:ext cx="3000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PISTAS: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💡 if categorias: para saber si pasaron categorías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💡 opciones.get("clave", default) para opciones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💡 lambda t: t["categoria"] in categorias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 txBox="1"/>
          <p:nvPr/>
        </p:nvSpPr>
        <p:spPr>
          <a:xfrm>
            <a:off x="457200" y="274320"/>
            <a:ext cx="1127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✏️tareas_urgentes()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274325" y="1005865"/>
            <a:ext cx="11613000" cy="5648700"/>
          </a:xfrm>
          <a:prstGeom prst="rect">
            <a:avLst/>
          </a:prstGeom>
          <a:solidFill>
            <a:srgbClr val="E3F2FD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457200" y="1180300"/>
            <a:ext cx="109998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 MISIÓN: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Crear la función tareas_urgentes(tareas, dias=7) que: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Filtre solo tareas de prioridad "alta"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Filtre solo tareas NO completadas 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Use map() para formatear el output como lista de strings: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"⚠️ [URGENTE] {titulo} - Categoría: {categoria}"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Retorne la lista de strings formateados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 DE OUTPUT: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 [URGENTE] Entregar informe - Categoría: trabajo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 [URGENTE] Llamar cliente - Categoría: trabajo 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 [URGENTE] Estudiar examen - Categoría: estudio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5914500" y="3561603"/>
            <a:ext cx="5820000" cy="296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 txBox="1"/>
          <p:nvPr/>
        </p:nvSpPr>
        <p:spPr>
          <a:xfrm>
            <a:off x="5940444" y="3722544"/>
            <a:ext cx="57681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PISTAS: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Usa filter() con lambda para ambas condiciones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Combina condiciones con: lambda t: condición1 and condición2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Usa map() con lambda para formatear: lambda t: f"⚠️ [URGENTE]..."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No olvides list() para convertir el resultado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NOTA: El parámetro dias=7 no se usa aún (para mejora futura)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🖥️ Menú Interactivo (main.py)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274320" y="1005840"/>
            <a:ext cx="11612880" cy="475488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 txBox="1"/>
          <p:nvPr/>
        </p:nvSpPr>
        <p:spPr>
          <a:xfrm>
            <a:off x="457200" y="1097274"/>
            <a:ext cx="112470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CONECTANDO TODO EL SISTEMA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Ahora voy a crear el programa principal que: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Importa todas nuestras funciones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Muestra un menú interactivo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Permite al usuario usar todas las funcionalidades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Loop infinito hasta que el usuario elija salir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ESTRUCTURA: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Imports de tareas.py y datos_prueba.py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Función mostrar_menu() - imprime opciones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Función main() - loop principal con while True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if __name__ == "__main__" - punto de entrada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 Esta sección es DEMOSTRACIÓN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Observen cómo conectar todo en un programa completo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3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📊 Slide #13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⚖️ Funcional vs Imperativo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274325" y="1005852"/>
            <a:ext cx="11613000" cy="560790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4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ENFOQUE IMPERATIVO (loops tradicionales)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def contar_alta_imperativo(tareas):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contador = 0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for tarea in tareas: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if tarea["prioridad"] == "alta":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contador += 1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return contador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ENFOQUE FUNCIONAL (filter + len)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def contar_alta_funcional(tareas):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return len(list(filter(lambda t: t["prioridad"] == "alta", tareas)))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¿Cuándo usar cada uno?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FUNCIONAL es mejor cuando: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- Transformas/filtras datos sin efectos secundarios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- Encadenas operaciones (filter -&gt; map -&gt; reduce)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- El código es más expresivo en una línea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IMPERATIVO es mejor cuando: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- Necesitas múltiples operaciones por elemento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- La lógica es muy compleja con muchas condiciones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- Necesitas modificar estructuras (agregar/eliminar elementos)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- El rendimiento es crítico (evitar crear listas intermedias)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🚀 Proyecto Final: Demostración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✅ Ejecutar main.py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✅ Ver tareas de ejemplo cargadas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✅ Agregar una tarea nueva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✅ Marcar una tarea como completada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✅ Buscar por prioridad 'alta'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✅ Ver estadísticas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✅ Generar reporte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¡Tienen un sistema de tareas FUNCIONAL!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5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📊 Slide #15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